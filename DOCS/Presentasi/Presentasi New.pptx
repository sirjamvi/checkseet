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8" r:id="rId1"/>
  </p:sldMasterIdLst>
  <p:notesMasterIdLst>
    <p:notesMasterId r:id="rId19"/>
  </p:notesMasterIdLst>
  <p:sldIdLst>
    <p:sldId id="256" r:id="rId2"/>
    <p:sldId id="261" r:id="rId3"/>
    <p:sldId id="285" r:id="rId4"/>
    <p:sldId id="267" r:id="rId5"/>
    <p:sldId id="286" r:id="rId6"/>
    <p:sldId id="287" r:id="rId7"/>
    <p:sldId id="273" r:id="rId8"/>
    <p:sldId id="288" r:id="rId9"/>
    <p:sldId id="289" r:id="rId10"/>
    <p:sldId id="290" r:id="rId11"/>
    <p:sldId id="291" r:id="rId12"/>
    <p:sldId id="292" r:id="rId13"/>
    <p:sldId id="293" r:id="rId14"/>
    <p:sldId id="294" r:id="rId15"/>
    <p:sldId id="296" r:id="rId16"/>
    <p:sldId id="295" r:id="rId17"/>
    <p:sldId id="280" r:id="rId18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788EB9B4-5745-40CC-8628-941784C49BED}">
  <a:tblStyle styleId="{788EB9B4-5745-40CC-8628-941784C49BED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3" d="100"/>
          <a:sy n="93" d="100"/>
        </p:scale>
        <p:origin x="72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/>
          <p:cNvSpPr>
            <a:spLocks noGrp="1" noRot="1" noChangeAspect="1"/>
          </p:cNvSpPr>
          <p:nvPr>
            <p:ph type="sldImg" idx="2"/>
          </p:nvPr>
        </p:nvSpPr>
        <p:spPr>
          <a:xfrm>
            <a:off x="381175" y="685800"/>
            <a:ext cx="60963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Shape 4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886753240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Shape 58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Shape 59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302504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Shape 107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Shape 10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0566422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Shape 150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Shape 151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9945408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Shape 18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" name="Shape 184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5202368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Shape 150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Shape 151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4717107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Shape 150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Shape 151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2816792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Shape 29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2" name="Shape 292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5222345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Shape 29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2" name="Shape 292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3053683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Shape 372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3" name="Shape 373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046002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hape 9"/>
          <p:cNvSpPr txBox="1">
            <a:spLocks noGrp="1"/>
          </p:cNvSpPr>
          <p:nvPr>
            <p:ph type="ctrTitle"/>
          </p:nvPr>
        </p:nvSpPr>
        <p:spPr>
          <a:xfrm>
            <a:off x="996630" y="2003888"/>
            <a:ext cx="4523700" cy="11598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cxnSp>
        <p:nvCxnSpPr>
          <p:cNvPr id="10" name="Shape 10"/>
          <p:cNvCxnSpPr/>
          <p:nvPr/>
        </p:nvCxnSpPr>
        <p:spPr>
          <a:xfrm>
            <a:off x="-6025" y="3676512"/>
            <a:ext cx="9162000" cy="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1" name="Shape 11"/>
          <p:cNvSpPr/>
          <p:nvPr/>
        </p:nvSpPr>
        <p:spPr>
          <a:xfrm>
            <a:off x="1117950" y="3393000"/>
            <a:ext cx="567000" cy="567000"/>
          </a:xfrm>
          <a:prstGeom prst="ellipse">
            <a:avLst/>
          </a:prstGeom>
          <a:solidFill>
            <a:srgbClr val="FFCD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1 column" type="tx">
  <p:cSld name="TITLE_AND_BODY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4" name="Shape 24"/>
          <p:cNvCxnSpPr/>
          <p:nvPr/>
        </p:nvCxnSpPr>
        <p:spPr>
          <a:xfrm>
            <a:off x="0" y="1131725"/>
            <a:ext cx="1375800" cy="0"/>
          </a:xfrm>
          <a:prstGeom prst="straightConnector1">
            <a:avLst/>
          </a:prstGeom>
          <a:noFill/>
          <a:ln w="9525" cap="flat" cmpd="sng">
            <a:solidFill>
              <a:srgbClr val="CCCCCC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5" name="Shape 25"/>
          <p:cNvSpPr/>
          <p:nvPr/>
        </p:nvSpPr>
        <p:spPr>
          <a:xfrm>
            <a:off x="817475" y="928767"/>
            <a:ext cx="405900" cy="405900"/>
          </a:xfrm>
          <a:prstGeom prst="ellipse">
            <a:avLst/>
          </a:prstGeom>
          <a:solidFill>
            <a:srgbClr val="FFCD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" name="Shape 26"/>
          <p:cNvSpPr txBox="1">
            <a:spLocks noGrp="1"/>
          </p:cNvSpPr>
          <p:nvPr>
            <p:ph type="title"/>
          </p:nvPr>
        </p:nvSpPr>
        <p:spPr>
          <a:xfrm>
            <a:off x="1381250" y="922668"/>
            <a:ext cx="3878400" cy="43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/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Font typeface="Lora"/>
              <a:buNone/>
              <a:defRPr sz="2000" b="1">
                <a:latin typeface="Lora"/>
                <a:ea typeface="Lora"/>
                <a:cs typeface="Lora"/>
                <a:sym typeface="Lor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Font typeface="Lora"/>
              <a:buNone/>
              <a:defRPr sz="2000" b="1">
                <a:highlight>
                  <a:srgbClr val="FFFFFF"/>
                </a:highlight>
                <a:latin typeface="Lora"/>
                <a:ea typeface="Lora"/>
                <a:cs typeface="Lora"/>
                <a:sym typeface="Lora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Font typeface="Lora"/>
              <a:buNone/>
              <a:defRPr sz="2000" b="1">
                <a:highlight>
                  <a:srgbClr val="FFFFFF"/>
                </a:highlight>
                <a:latin typeface="Lora"/>
                <a:ea typeface="Lora"/>
                <a:cs typeface="Lora"/>
                <a:sym typeface="Lora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Font typeface="Lora"/>
              <a:buNone/>
              <a:defRPr sz="2000" b="1">
                <a:highlight>
                  <a:srgbClr val="FFFFFF"/>
                </a:highlight>
                <a:latin typeface="Lora"/>
                <a:ea typeface="Lora"/>
                <a:cs typeface="Lora"/>
                <a:sym typeface="Lora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Font typeface="Lora"/>
              <a:buNone/>
              <a:defRPr sz="2000" b="1">
                <a:highlight>
                  <a:srgbClr val="FFFFFF"/>
                </a:highlight>
                <a:latin typeface="Lora"/>
                <a:ea typeface="Lora"/>
                <a:cs typeface="Lora"/>
                <a:sym typeface="Lora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Font typeface="Lora"/>
              <a:buNone/>
              <a:defRPr sz="2000" b="1">
                <a:highlight>
                  <a:srgbClr val="FFFFFF"/>
                </a:highlight>
                <a:latin typeface="Lora"/>
                <a:ea typeface="Lora"/>
                <a:cs typeface="Lora"/>
                <a:sym typeface="Lora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Font typeface="Lora"/>
              <a:buNone/>
              <a:defRPr sz="2000" b="1">
                <a:highlight>
                  <a:srgbClr val="FFFFFF"/>
                </a:highlight>
                <a:latin typeface="Lora"/>
                <a:ea typeface="Lora"/>
                <a:cs typeface="Lora"/>
                <a:sym typeface="Lora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Font typeface="Lora"/>
              <a:buNone/>
              <a:defRPr sz="2000" b="1">
                <a:highlight>
                  <a:srgbClr val="FFFFFF"/>
                </a:highlight>
                <a:latin typeface="Lora"/>
                <a:ea typeface="Lora"/>
                <a:cs typeface="Lora"/>
                <a:sym typeface="Lora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Font typeface="Lora"/>
              <a:buNone/>
              <a:defRPr sz="2000" b="1">
                <a:highlight>
                  <a:srgbClr val="FFFFFF"/>
                </a:highlight>
                <a:latin typeface="Lora"/>
                <a:ea typeface="Lora"/>
                <a:cs typeface="Lora"/>
                <a:sym typeface="Lora"/>
              </a:defRPr>
            </a:lvl9pPr>
          </a:lstStyle>
          <a:p>
            <a:endParaRPr/>
          </a:p>
        </p:txBody>
      </p:sp>
      <p:sp>
        <p:nvSpPr>
          <p:cNvPr id="27" name="Shape 27"/>
          <p:cNvSpPr txBox="1">
            <a:spLocks noGrp="1"/>
          </p:cNvSpPr>
          <p:nvPr>
            <p:ph type="body" idx="1"/>
          </p:nvPr>
        </p:nvSpPr>
        <p:spPr>
          <a:xfrm>
            <a:off x="1381250" y="1616470"/>
            <a:ext cx="6809700" cy="31122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457200" lvl="0" indent="-381000" rtl="0">
              <a:spcBef>
                <a:spcPts val="600"/>
              </a:spcBef>
              <a:spcAft>
                <a:spcPts val="0"/>
              </a:spcAft>
              <a:buClr>
                <a:srgbClr val="FFCD00"/>
              </a:buClr>
              <a:buSzPts val="2400"/>
              <a:buFont typeface="Quattrocento Sans"/>
              <a:buChar char="◉"/>
              <a:defRPr sz="2400"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marL="914400" lvl="1" indent="-355600" rtl="0">
              <a:spcBef>
                <a:spcPts val="0"/>
              </a:spcBef>
              <a:spcAft>
                <a:spcPts val="0"/>
              </a:spcAft>
              <a:buClr>
                <a:srgbClr val="FFCD00"/>
              </a:buClr>
              <a:buSzPts val="2000"/>
              <a:buFont typeface="Quattrocento Sans"/>
              <a:buChar char="○"/>
              <a:defRPr sz="2000"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marL="1371600" lvl="2" indent="-355600" rtl="0">
              <a:spcBef>
                <a:spcPts val="0"/>
              </a:spcBef>
              <a:spcAft>
                <a:spcPts val="0"/>
              </a:spcAft>
              <a:buClr>
                <a:srgbClr val="FFCD00"/>
              </a:buClr>
              <a:buSzPts val="2000"/>
              <a:buFont typeface="Quattrocento Sans"/>
              <a:buChar char="■"/>
              <a:defRPr sz="2000"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marL="1828800" lvl="3" indent="-342900" rtl="0">
              <a:spcBef>
                <a:spcPts val="0"/>
              </a:spcBef>
              <a:spcAft>
                <a:spcPts val="0"/>
              </a:spcAft>
              <a:buClr>
                <a:srgbClr val="FFCD00"/>
              </a:buClr>
              <a:buSzPts val="1800"/>
              <a:buFont typeface="Quattrocento Sans"/>
              <a:buChar char="●"/>
              <a:defRPr sz="1800"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marL="2286000" lvl="4" indent="-342900" rtl="0">
              <a:spcBef>
                <a:spcPts val="0"/>
              </a:spcBef>
              <a:spcAft>
                <a:spcPts val="0"/>
              </a:spcAft>
              <a:buClr>
                <a:srgbClr val="FFCD00"/>
              </a:buClr>
              <a:buSzPts val="1800"/>
              <a:buFont typeface="Quattrocento Sans"/>
              <a:buChar char="○"/>
              <a:defRPr sz="1800"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marL="2743200" lvl="5" indent="-342900" rtl="0">
              <a:spcBef>
                <a:spcPts val="0"/>
              </a:spcBef>
              <a:spcAft>
                <a:spcPts val="0"/>
              </a:spcAft>
              <a:buClr>
                <a:srgbClr val="FFCD00"/>
              </a:buClr>
              <a:buSzPts val="1800"/>
              <a:buFont typeface="Quattrocento Sans"/>
              <a:buChar char="■"/>
              <a:defRPr sz="1800"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marL="3200400" lvl="6" indent="-342900" rtl="0">
              <a:spcBef>
                <a:spcPts val="0"/>
              </a:spcBef>
              <a:spcAft>
                <a:spcPts val="0"/>
              </a:spcAft>
              <a:buClr>
                <a:srgbClr val="FFCD00"/>
              </a:buClr>
              <a:buSzPts val="1800"/>
              <a:buFont typeface="Quattrocento Sans"/>
              <a:buChar char="●"/>
              <a:defRPr sz="1800"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marL="3657600" lvl="7" indent="-342900" rtl="0">
              <a:spcBef>
                <a:spcPts val="0"/>
              </a:spcBef>
              <a:spcAft>
                <a:spcPts val="0"/>
              </a:spcAft>
              <a:buClr>
                <a:srgbClr val="FFCD00"/>
              </a:buClr>
              <a:buSzPts val="1800"/>
              <a:buFont typeface="Quattrocento Sans"/>
              <a:buChar char="○"/>
              <a:defRPr sz="1800"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marL="4114800" lvl="8" indent="-342900" rtl="0">
              <a:spcBef>
                <a:spcPts val="0"/>
              </a:spcBef>
              <a:spcAft>
                <a:spcPts val="0"/>
              </a:spcAft>
              <a:buClr>
                <a:srgbClr val="FFCD00"/>
              </a:buClr>
              <a:buSzPts val="1800"/>
              <a:buFont typeface="Quattrocento Sans"/>
              <a:buChar char="■"/>
              <a:defRPr sz="1800"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endParaRPr/>
          </a:p>
        </p:txBody>
      </p:sp>
      <p:cxnSp>
        <p:nvCxnSpPr>
          <p:cNvPr id="28" name="Shape 28"/>
          <p:cNvCxnSpPr/>
          <p:nvPr/>
        </p:nvCxnSpPr>
        <p:spPr>
          <a:xfrm>
            <a:off x="5265650" y="1131725"/>
            <a:ext cx="3878400" cy="0"/>
          </a:xfrm>
          <a:prstGeom prst="straightConnector1">
            <a:avLst/>
          </a:prstGeom>
          <a:noFill/>
          <a:ln w="9525" cap="flat" cmpd="sng">
            <a:solidFill>
              <a:srgbClr val="CCCCCC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3 columns">
  <p:cSld name="TITLE_AND_TWO_COLUMNS_1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7"/>
          <p:cNvSpPr txBox="1">
            <a:spLocks noGrp="1"/>
          </p:cNvSpPr>
          <p:nvPr>
            <p:ph type="title"/>
          </p:nvPr>
        </p:nvSpPr>
        <p:spPr>
          <a:xfrm>
            <a:off x="1381250" y="922668"/>
            <a:ext cx="3878400" cy="43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/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>
            <a:endParaRPr/>
          </a:p>
        </p:txBody>
      </p:sp>
      <p:sp>
        <p:nvSpPr>
          <p:cNvPr id="38" name="Shape 38"/>
          <p:cNvSpPr txBox="1">
            <a:spLocks noGrp="1"/>
          </p:cNvSpPr>
          <p:nvPr>
            <p:ph type="body" idx="1"/>
          </p:nvPr>
        </p:nvSpPr>
        <p:spPr>
          <a:xfrm>
            <a:off x="1381250" y="1651075"/>
            <a:ext cx="2334000" cy="31224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457200" lvl="0" indent="-342900" rtl="0">
              <a:spcBef>
                <a:spcPts val="600"/>
              </a:spcBef>
              <a:spcAft>
                <a:spcPts val="0"/>
              </a:spcAft>
              <a:buSzPts val="1800"/>
              <a:buChar char="◉"/>
              <a:defRPr sz="1800"/>
            </a:lvl1pPr>
            <a:lvl2pPr marL="914400" lvl="1" indent="-3429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2pPr>
            <a:lvl3pPr marL="1371600" lvl="2" indent="-3429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3pPr>
            <a:lvl4pPr marL="1828800" lvl="3" indent="-3429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marL="2286000" lvl="4" indent="-3429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marL="2743200" lvl="5" indent="-3429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marL="3200400" lvl="6" indent="-3429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marL="4114800" lvl="8" indent="-3429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>
            <a:endParaRPr/>
          </a:p>
        </p:txBody>
      </p:sp>
      <p:sp>
        <p:nvSpPr>
          <p:cNvPr id="39" name="Shape 39"/>
          <p:cNvSpPr txBox="1">
            <a:spLocks noGrp="1"/>
          </p:cNvSpPr>
          <p:nvPr>
            <p:ph type="body" idx="2"/>
          </p:nvPr>
        </p:nvSpPr>
        <p:spPr>
          <a:xfrm>
            <a:off x="3834912" y="1651075"/>
            <a:ext cx="2334000" cy="31224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457200" lvl="0" indent="-342900" rtl="0">
              <a:spcBef>
                <a:spcPts val="600"/>
              </a:spcBef>
              <a:spcAft>
                <a:spcPts val="0"/>
              </a:spcAft>
              <a:buSzPts val="1800"/>
              <a:buChar char="◉"/>
              <a:defRPr sz="1800"/>
            </a:lvl1pPr>
            <a:lvl2pPr marL="914400" lvl="1" indent="-3429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2pPr>
            <a:lvl3pPr marL="1371600" lvl="2" indent="-3429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3pPr>
            <a:lvl4pPr marL="1828800" lvl="3" indent="-3429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marL="2286000" lvl="4" indent="-3429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marL="2743200" lvl="5" indent="-3429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marL="3200400" lvl="6" indent="-3429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marL="4114800" lvl="8" indent="-3429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>
            <a:endParaRPr/>
          </a:p>
        </p:txBody>
      </p:sp>
      <p:sp>
        <p:nvSpPr>
          <p:cNvPr id="40" name="Shape 40"/>
          <p:cNvSpPr txBox="1">
            <a:spLocks noGrp="1"/>
          </p:cNvSpPr>
          <p:nvPr>
            <p:ph type="body" idx="3"/>
          </p:nvPr>
        </p:nvSpPr>
        <p:spPr>
          <a:xfrm>
            <a:off x="6288573" y="1651075"/>
            <a:ext cx="2334000" cy="31224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457200" lvl="0" indent="-342900" rtl="0">
              <a:spcBef>
                <a:spcPts val="600"/>
              </a:spcBef>
              <a:spcAft>
                <a:spcPts val="0"/>
              </a:spcAft>
              <a:buSzPts val="1800"/>
              <a:buChar char="◉"/>
              <a:defRPr sz="1800"/>
            </a:lvl1pPr>
            <a:lvl2pPr marL="914400" lvl="1" indent="-3429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2pPr>
            <a:lvl3pPr marL="1371600" lvl="2" indent="-3429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3pPr>
            <a:lvl4pPr marL="1828800" lvl="3" indent="-3429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marL="2286000" lvl="4" indent="-3429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marL="2743200" lvl="5" indent="-3429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marL="3200400" lvl="6" indent="-3429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marL="4114800" lvl="8" indent="-3429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>
            <a:endParaRPr/>
          </a:p>
        </p:txBody>
      </p:sp>
      <p:cxnSp>
        <p:nvCxnSpPr>
          <p:cNvPr id="41" name="Shape 41"/>
          <p:cNvCxnSpPr/>
          <p:nvPr/>
        </p:nvCxnSpPr>
        <p:spPr>
          <a:xfrm>
            <a:off x="0" y="1131725"/>
            <a:ext cx="1375800" cy="0"/>
          </a:xfrm>
          <a:prstGeom prst="straightConnector1">
            <a:avLst/>
          </a:prstGeom>
          <a:noFill/>
          <a:ln w="9525" cap="flat" cmpd="sng">
            <a:solidFill>
              <a:srgbClr val="CCCCCC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2" name="Shape 42"/>
          <p:cNvSpPr/>
          <p:nvPr/>
        </p:nvSpPr>
        <p:spPr>
          <a:xfrm>
            <a:off x="817475" y="928767"/>
            <a:ext cx="405900" cy="405900"/>
          </a:xfrm>
          <a:prstGeom prst="ellipse">
            <a:avLst/>
          </a:prstGeom>
          <a:solidFill>
            <a:srgbClr val="FFCD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43" name="Shape 43"/>
          <p:cNvCxnSpPr/>
          <p:nvPr/>
        </p:nvCxnSpPr>
        <p:spPr>
          <a:xfrm>
            <a:off x="5265650" y="1131725"/>
            <a:ext cx="3878400" cy="0"/>
          </a:xfrm>
          <a:prstGeom prst="straightConnector1">
            <a:avLst/>
          </a:prstGeom>
          <a:noFill/>
          <a:ln w="9525" cap="flat" cmpd="sng">
            <a:solidFill>
              <a:srgbClr val="CCCCCC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Shape 45"/>
          <p:cNvSpPr txBox="1">
            <a:spLocks noGrp="1"/>
          </p:cNvSpPr>
          <p:nvPr>
            <p:ph type="title"/>
          </p:nvPr>
        </p:nvSpPr>
        <p:spPr>
          <a:xfrm>
            <a:off x="1381250" y="937125"/>
            <a:ext cx="3878400" cy="43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/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>
            <a:endParaRPr/>
          </a:p>
        </p:txBody>
      </p:sp>
      <p:cxnSp>
        <p:nvCxnSpPr>
          <p:cNvPr id="46" name="Shape 46"/>
          <p:cNvCxnSpPr/>
          <p:nvPr/>
        </p:nvCxnSpPr>
        <p:spPr>
          <a:xfrm>
            <a:off x="0" y="1131725"/>
            <a:ext cx="1375800" cy="0"/>
          </a:xfrm>
          <a:prstGeom prst="straightConnector1">
            <a:avLst/>
          </a:prstGeom>
          <a:noFill/>
          <a:ln w="9525" cap="flat" cmpd="sng">
            <a:solidFill>
              <a:srgbClr val="CCCCCC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7" name="Shape 47"/>
          <p:cNvSpPr/>
          <p:nvPr/>
        </p:nvSpPr>
        <p:spPr>
          <a:xfrm>
            <a:off x="817475" y="928767"/>
            <a:ext cx="405900" cy="405900"/>
          </a:xfrm>
          <a:prstGeom prst="ellipse">
            <a:avLst/>
          </a:prstGeom>
          <a:solidFill>
            <a:srgbClr val="FFCD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48" name="Shape 48"/>
          <p:cNvCxnSpPr/>
          <p:nvPr/>
        </p:nvCxnSpPr>
        <p:spPr>
          <a:xfrm>
            <a:off x="5265650" y="1131725"/>
            <a:ext cx="3878400" cy="0"/>
          </a:xfrm>
          <a:prstGeom prst="straightConnector1">
            <a:avLst/>
          </a:prstGeom>
          <a:noFill/>
          <a:ln w="9525" cap="flat" cmpd="sng">
            <a:solidFill>
              <a:srgbClr val="CCCCCC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letely blank">
  <p:cSld name="BLANK_1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6"/>
          <p:cNvSpPr txBox="1">
            <a:spLocks noGrp="1"/>
          </p:cNvSpPr>
          <p:nvPr>
            <p:ph type="body" idx="1"/>
          </p:nvPr>
        </p:nvSpPr>
        <p:spPr>
          <a:xfrm>
            <a:off x="1381250" y="1616470"/>
            <a:ext cx="6809700" cy="311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lvl="0" indent="-381000">
              <a:spcBef>
                <a:spcPts val="600"/>
              </a:spcBef>
              <a:spcAft>
                <a:spcPts val="0"/>
              </a:spcAft>
              <a:buClr>
                <a:srgbClr val="FFCD00"/>
              </a:buClr>
              <a:buSzPts val="2400"/>
              <a:buFont typeface="Quattrocento Sans"/>
              <a:buChar char="◉"/>
              <a:defRPr sz="2400"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Clr>
                <a:srgbClr val="FFCD00"/>
              </a:buClr>
              <a:buSzPts val="2000"/>
              <a:buFont typeface="Quattrocento Sans"/>
              <a:buChar char="○"/>
              <a:defRPr sz="2000"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marL="1371600" lvl="2" indent="-355600">
              <a:spcBef>
                <a:spcPts val="0"/>
              </a:spcBef>
              <a:spcAft>
                <a:spcPts val="0"/>
              </a:spcAft>
              <a:buClr>
                <a:srgbClr val="FFCD00"/>
              </a:buClr>
              <a:buSzPts val="2000"/>
              <a:buFont typeface="Quattrocento Sans"/>
              <a:buChar char="■"/>
              <a:defRPr sz="2000"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marL="1828800" lvl="3" indent="-342900">
              <a:spcBef>
                <a:spcPts val="0"/>
              </a:spcBef>
              <a:spcAft>
                <a:spcPts val="0"/>
              </a:spcAft>
              <a:buClr>
                <a:srgbClr val="FFCD00"/>
              </a:buClr>
              <a:buSzPts val="1800"/>
              <a:buFont typeface="Quattrocento Sans"/>
              <a:buChar char="●"/>
              <a:defRPr sz="1800"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marL="2286000" lvl="4" indent="-342900">
              <a:spcBef>
                <a:spcPts val="0"/>
              </a:spcBef>
              <a:spcAft>
                <a:spcPts val="0"/>
              </a:spcAft>
              <a:buClr>
                <a:srgbClr val="FFCD00"/>
              </a:buClr>
              <a:buSzPts val="1800"/>
              <a:buFont typeface="Quattrocento Sans"/>
              <a:buChar char="○"/>
              <a:defRPr sz="1800"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marL="2743200" lvl="5" indent="-342900">
              <a:spcBef>
                <a:spcPts val="0"/>
              </a:spcBef>
              <a:spcAft>
                <a:spcPts val="0"/>
              </a:spcAft>
              <a:buClr>
                <a:srgbClr val="FFCD00"/>
              </a:buClr>
              <a:buSzPts val="1800"/>
              <a:buFont typeface="Quattrocento Sans"/>
              <a:buChar char="■"/>
              <a:defRPr sz="1800"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marL="3200400" lvl="6" indent="-342900">
              <a:spcBef>
                <a:spcPts val="0"/>
              </a:spcBef>
              <a:spcAft>
                <a:spcPts val="0"/>
              </a:spcAft>
              <a:buClr>
                <a:srgbClr val="FFCD00"/>
              </a:buClr>
              <a:buSzPts val="1800"/>
              <a:buFont typeface="Quattrocento Sans"/>
              <a:buChar char="●"/>
              <a:defRPr sz="1800"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marL="3657600" lvl="7" indent="-342900">
              <a:spcBef>
                <a:spcPts val="0"/>
              </a:spcBef>
              <a:spcAft>
                <a:spcPts val="0"/>
              </a:spcAft>
              <a:buClr>
                <a:srgbClr val="FFCD00"/>
              </a:buClr>
              <a:buSzPts val="1800"/>
              <a:buFont typeface="Quattrocento Sans"/>
              <a:buChar char="○"/>
              <a:defRPr sz="1800"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marL="4114800" lvl="8" indent="-342900">
              <a:spcBef>
                <a:spcPts val="0"/>
              </a:spcBef>
              <a:spcAft>
                <a:spcPts val="0"/>
              </a:spcAft>
              <a:buClr>
                <a:srgbClr val="FFCD00"/>
              </a:buClr>
              <a:buSzPts val="1800"/>
              <a:buFont typeface="Quattrocento Sans"/>
              <a:buChar char="■"/>
              <a:defRPr sz="1800"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endParaRPr/>
          </a:p>
        </p:txBody>
      </p:sp>
      <p:sp>
        <p:nvSpPr>
          <p:cNvPr id="7" name="Shape 7"/>
          <p:cNvSpPr txBox="1">
            <a:spLocks noGrp="1"/>
          </p:cNvSpPr>
          <p:nvPr>
            <p:ph type="title"/>
          </p:nvPr>
        </p:nvSpPr>
        <p:spPr>
          <a:xfrm>
            <a:off x="1381250" y="937117"/>
            <a:ext cx="6809700" cy="43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Font typeface="Lora"/>
              <a:buNone/>
              <a:defRPr sz="2000" b="1">
                <a:latin typeface="Lora"/>
                <a:ea typeface="Lora"/>
                <a:cs typeface="Lora"/>
                <a:sym typeface="L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Font typeface="Lora"/>
              <a:buNone/>
              <a:defRPr sz="2000" b="1">
                <a:latin typeface="Lora"/>
                <a:ea typeface="Lora"/>
                <a:cs typeface="Lora"/>
                <a:sym typeface="L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Font typeface="Lora"/>
              <a:buNone/>
              <a:defRPr sz="2000" b="1">
                <a:latin typeface="Lora"/>
                <a:ea typeface="Lora"/>
                <a:cs typeface="Lora"/>
                <a:sym typeface="L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Font typeface="Lora"/>
              <a:buNone/>
              <a:defRPr sz="2000" b="1">
                <a:latin typeface="Lora"/>
                <a:ea typeface="Lora"/>
                <a:cs typeface="Lora"/>
                <a:sym typeface="L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Font typeface="Lora"/>
              <a:buNone/>
              <a:defRPr sz="2000" b="1">
                <a:latin typeface="Lora"/>
                <a:ea typeface="Lora"/>
                <a:cs typeface="Lora"/>
                <a:sym typeface="L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Font typeface="Lora"/>
              <a:buNone/>
              <a:defRPr sz="2000" b="1">
                <a:latin typeface="Lora"/>
                <a:ea typeface="Lora"/>
                <a:cs typeface="Lora"/>
                <a:sym typeface="L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Font typeface="Lora"/>
              <a:buNone/>
              <a:defRPr sz="2000" b="1">
                <a:latin typeface="Lora"/>
                <a:ea typeface="Lora"/>
                <a:cs typeface="Lora"/>
                <a:sym typeface="L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Font typeface="Lora"/>
              <a:buNone/>
              <a:defRPr sz="2000" b="1">
                <a:latin typeface="Lora"/>
                <a:ea typeface="Lora"/>
                <a:cs typeface="Lora"/>
                <a:sym typeface="L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Font typeface="Lora"/>
              <a:buNone/>
              <a:defRPr sz="2000" b="1">
                <a:latin typeface="Lora"/>
                <a:ea typeface="Lora"/>
                <a:cs typeface="Lora"/>
                <a:sym typeface="Lora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1" r:id="rId2"/>
    <p:sldLayoutId id="2147483653" r:id="rId3"/>
    <p:sldLayoutId id="2147483654" r:id="rId4"/>
    <p:sldLayoutId id="2147483657" r:id="rId5"/>
  </p:sldLayoutIdLst>
  <p:transition>
    <p:fade thruBlk="1"/>
  </p:transition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.jpeg"/><Relationship Id="rId5" Type="http://schemas.openxmlformats.org/officeDocument/2006/relationships/image" Target="../media/image3.jp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jpg"/><Relationship Id="rId3" Type="http://schemas.openxmlformats.org/officeDocument/2006/relationships/image" Target="../media/image5.jp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8.png"/><Relationship Id="rId5" Type="http://schemas.openxmlformats.org/officeDocument/2006/relationships/image" Target="../media/image7.jp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2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Shape 61"/>
          <p:cNvSpPr txBox="1">
            <a:spLocks noGrp="1"/>
          </p:cNvSpPr>
          <p:nvPr>
            <p:ph type="ctrTitle"/>
          </p:nvPr>
        </p:nvSpPr>
        <p:spPr>
          <a:xfrm>
            <a:off x="996630" y="2003888"/>
            <a:ext cx="4523700" cy="1159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Attendance </a:t>
            </a:r>
            <a:r>
              <a:rPr lang="en" dirty="0" smtClean="0">
                <a:highlight>
                  <a:srgbClr val="FFCD00"/>
                </a:highlight>
              </a:rPr>
              <a:t>Webform</a:t>
            </a:r>
            <a:r>
              <a:rPr lang="en" dirty="0" smtClean="0"/>
              <a:t> System</a:t>
            </a:r>
            <a:endParaRPr dirty="0"/>
          </a:p>
        </p:txBody>
      </p:sp>
      <p:grpSp>
        <p:nvGrpSpPr>
          <p:cNvPr id="62" name="Shape 62"/>
          <p:cNvGrpSpPr/>
          <p:nvPr/>
        </p:nvGrpSpPr>
        <p:grpSpPr>
          <a:xfrm>
            <a:off x="1299165" y="3511424"/>
            <a:ext cx="215966" cy="342399"/>
            <a:chOff x="6718575" y="2318625"/>
            <a:chExt cx="256950" cy="407375"/>
          </a:xfrm>
        </p:grpSpPr>
        <p:sp>
          <p:nvSpPr>
            <p:cNvPr id="63" name="Shape 63"/>
            <p:cNvSpPr/>
            <p:nvPr/>
          </p:nvSpPr>
          <p:spPr>
            <a:xfrm>
              <a:off x="6795900" y="2673600"/>
              <a:ext cx="102300" cy="22550"/>
            </a:xfrm>
            <a:custGeom>
              <a:avLst/>
              <a:gdLst/>
              <a:ahLst/>
              <a:cxnLst/>
              <a:rect l="0" t="0" r="0" b="0"/>
              <a:pathLst>
                <a:path w="4092" h="902" fill="none" extrusionOk="0">
                  <a:moveTo>
                    <a:pt x="4092" y="902"/>
                  </a:moveTo>
                  <a:lnTo>
                    <a:pt x="4092" y="1"/>
                  </a:lnTo>
                  <a:lnTo>
                    <a:pt x="0" y="1"/>
                  </a:lnTo>
                  <a:lnTo>
                    <a:pt x="0" y="902"/>
                  </a:lnTo>
                  <a:lnTo>
                    <a:pt x="4092" y="902"/>
                  </a:lnTo>
                  <a:close/>
                </a:path>
              </a:pathLst>
            </a:custGeom>
            <a:noFill/>
            <a:ln w="952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" name="Shape 64"/>
            <p:cNvSpPr/>
            <p:nvPr/>
          </p:nvSpPr>
          <p:spPr>
            <a:xfrm>
              <a:off x="6795900" y="2650475"/>
              <a:ext cx="102300" cy="22550"/>
            </a:xfrm>
            <a:custGeom>
              <a:avLst/>
              <a:gdLst/>
              <a:ahLst/>
              <a:cxnLst/>
              <a:rect l="0" t="0" r="0" b="0"/>
              <a:pathLst>
                <a:path w="4092" h="902" fill="none" extrusionOk="0">
                  <a:moveTo>
                    <a:pt x="4092" y="901"/>
                  </a:moveTo>
                  <a:lnTo>
                    <a:pt x="4092" y="0"/>
                  </a:lnTo>
                  <a:lnTo>
                    <a:pt x="0" y="0"/>
                  </a:lnTo>
                  <a:lnTo>
                    <a:pt x="0" y="901"/>
                  </a:lnTo>
                  <a:lnTo>
                    <a:pt x="4092" y="901"/>
                  </a:lnTo>
                  <a:close/>
                </a:path>
              </a:pathLst>
            </a:custGeom>
            <a:noFill/>
            <a:ln w="952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Shape 65"/>
            <p:cNvSpPr/>
            <p:nvPr/>
          </p:nvSpPr>
          <p:spPr>
            <a:xfrm>
              <a:off x="6795900" y="2696125"/>
              <a:ext cx="102300" cy="29875"/>
            </a:xfrm>
            <a:custGeom>
              <a:avLst/>
              <a:gdLst/>
              <a:ahLst/>
              <a:cxnLst/>
              <a:rect l="0" t="0" r="0" b="0"/>
              <a:pathLst>
                <a:path w="4092" h="1195" fill="none" extrusionOk="0">
                  <a:moveTo>
                    <a:pt x="0" y="1"/>
                  </a:moveTo>
                  <a:lnTo>
                    <a:pt x="0" y="171"/>
                  </a:lnTo>
                  <a:lnTo>
                    <a:pt x="0" y="171"/>
                  </a:lnTo>
                  <a:lnTo>
                    <a:pt x="24" y="318"/>
                  </a:lnTo>
                  <a:lnTo>
                    <a:pt x="98" y="464"/>
                  </a:lnTo>
                  <a:lnTo>
                    <a:pt x="195" y="585"/>
                  </a:lnTo>
                  <a:lnTo>
                    <a:pt x="341" y="659"/>
                  </a:lnTo>
                  <a:lnTo>
                    <a:pt x="1875" y="1170"/>
                  </a:lnTo>
                  <a:lnTo>
                    <a:pt x="1875" y="1170"/>
                  </a:lnTo>
                  <a:lnTo>
                    <a:pt x="2046" y="1194"/>
                  </a:lnTo>
                  <a:lnTo>
                    <a:pt x="2046" y="1194"/>
                  </a:lnTo>
                  <a:lnTo>
                    <a:pt x="2216" y="1170"/>
                  </a:lnTo>
                  <a:lnTo>
                    <a:pt x="3751" y="659"/>
                  </a:lnTo>
                  <a:lnTo>
                    <a:pt x="3751" y="659"/>
                  </a:lnTo>
                  <a:lnTo>
                    <a:pt x="3897" y="585"/>
                  </a:lnTo>
                  <a:lnTo>
                    <a:pt x="3994" y="464"/>
                  </a:lnTo>
                  <a:lnTo>
                    <a:pt x="4067" y="318"/>
                  </a:lnTo>
                  <a:lnTo>
                    <a:pt x="4092" y="171"/>
                  </a:lnTo>
                  <a:lnTo>
                    <a:pt x="4092" y="1"/>
                  </a:lnTo>
                  <a:lnTo>
                    <a:pt x="0" y="1"/>
                  </a:lnTo>
                  <a:close/>
                </a:path>
              </a:pathLst>
            </a:custGeom>
            <a:noFill/>
            <a:ln w="952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" name="Shape 66"/>
            <p:cNvSpPr/>
            <p:nvPr/>
          </p:nvSpPr>
          <p:spPr>
            <a:xfrm>
              <a:off x="6784925" y="2459275"/>
              <a:ext cx="35350" cy="166875"/>
            </a:xfrm>
            <a:custGeom>
              <a:avLst/>
              <a:gdLst/>
              <a:ahLst/>
              <a:cxnLst/>
              <a:rect l="0" t="0" r="0" b="0"/>
              <a:pathLst>
                <a:path w="1414" h="6675" fill="none" extrusionOk="0">
                  <a:moveTo>
                    <a:pt x="1413" y="6674"/>
                  </a:moveTo>
                  <a:lnTo>
                    <a:pt x="1413" y="6674"/>
                  </a:lnTo>
                  <a:lnTo>
                    <a:pt x="585" y="2850"/>
                  </a:lnTo>
                  <a:lnTo>
                    <a:pt x="1" y="1"/>
                  </a:lnTo>
                </a:path>
              </a:pathLst>
            </a:custGeom>
            <a:noFill/>
            <a:ln w="952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" name="Shape 67"/>
            <p:cNvSpPr/>
            <p:nvPr/>
          </p:nvSpPr>
          <p:spPr>
            <a:xfrm>
              <a:off x="6718575" y="2318625"/>
              <a:ext cx="256950" cy="307525"/>
            </a:xfrm>
            <a:custGeom>
              <a:avLst/>
              <a:gdLst/>
              <a:ahLst/>
              <a:cxnLst/>
              <a:rect l="0" t="0" r="0" b="0"/>
              <a:pathLst>
                <a:path w="10278" h="12301" fill="none" extrusionOk="0">
                  <a:moveTo>
                    <a:pt x="7185" y="12300"/>
                  </a:moveTo>
                  <a:lnTo>
                    <a:pt x="7185" y="12300"/>
                  </a:lnTo>
                  <a:lnTo>
                    <a:pt x="7307" y="11764"/>
                  </a:lnTo>
                  <a:lnTo>
                    <a:pt x="7477" y="11253"/>
                  </a:lnTo>
                  <a:lnTo>
                    <a:pt x="7672" y="10766"/>
                  </a:lnTo>
                  <a:lnTo>
                    <a:pt x="7891" y="10327"/>
                  </a:lnTo>
                  <a:lnTo>
                    <a:pt x="8135" y="9913"/>
                  </a:lnTo>
                  <a:lnTo>
                    <a:pt x="8378" y="9499"/>
                  </a:lnTo>
                  <a:lnTo>
                    <a:pt x="8914" y="8720"/>
                  </a:lnTo>
                  <a:lnTo>
                    <a:pt x="9182" y="8330"/>
                  </a:lnTo>
                  <a:lnTo>
                    <a:pt x="9425" y="7941"/>
                  </a:lnTo>
                  <a:lnTo>
                    <a:pt x="9645" y="7551"/>
                  </a:lnTo>
                  <a:lnTo>
                    <a:pt x="9864" y="7113"/>
                  </a:lnTo>
                  <a:lnTo>
                    <a:pt x="10034" y="6674"/>
                  </a:lnTo>
                  <a:lnTo>
                    <a:pt x="10156" y="6187"/>
                  </a:lnTo>
                  <a:lnTo>
                    <a:pt x="10229" y="5676"/>
                  </a:lnTo>
                  <a:lnTo>
                    <a:pt x="10253" y="5408"/>
                  </a:lnTo>
                  <a:lnTo>
                    <a:pt x="10278" y="5140"/>
                  </a:lnTo>
                  <a:lnTo>
                    <a:pt x="10278" y="5140"/>
                  </a:lnTo>
                  <a:lnTo>
                    <a:pt x="10229" y="4604"/>
                  </a:lnTo>
                  <a:lnTo>
                    <a:pt x="10156" y="4093"/>
                  </a:lnTo>
                  <a:lnTo>
                    <a:pt x="10034" y="3605"/>
                  </a:lnTo>
                  <a:lnTo>
                    <a:pt x="9864" y="3143"/>
                  </a:lnTo>
                  <a:lnTo>
                    <a:pt x="9645" y="2680"/>
                  </a:lnTo>
                  <a:lnTo>
                    <a:pt x="9401" y="2266"/>
                  </a:lnTo>
                  <a:lnTo>
                    <a:pt x="9084" y="1876"/>
                  </a:lnTo>
                  <a:lnTo>
                    <a:pt x="8768" y="1511"/>
                  </a:lnTo>
                  <a:lnTo>
                    <a:pt x="8402" y="1170"/>
                  </a:lnTo>
                  <a:lnTo>
                    <a:pt x="8013" y="878"/>
                  </a:lnTo>
                  <a:lnTo>
                    <a:pt x="7574" y="634"/>
                  </a:lnTo>
                  <a:lnTo>
                    <a:pt x="7136" y="415"/>
                  </a:lnTo>
                  <a:lnTo>
                    <a:pt x="6673" y="244"/>
                  </a:lnTo>
                  <a:lnTo>
                    <a:pt x="6162" y="98"/>
                  </a:lnTo>
                  <a:lnTo>
                    <a:pt x="5675" y="25"/>
                  </a:lnTo>
                  <a:lnTo>
                    <a:pt x="5139" y="1"/>
                  </a:lnTo>
                  <a:lnTo>
                    <a:pt x="5139" y="1"/>
                  </a:lnTo>
                  <a:lnTo>
                    <a:pt x="4603" y="25"/>
                  </a:lnTo>
                  <a:lnTo>
                    <a:pt x="4116" y="98"/>
                  </a:lnTo>
                  <a:lnTo>
                    <a:pt x="3605" y="244"/>
                  </a:lnTo>
                  <a:lnTo>
                    <a:pt x="3142" y="415"/>
                  </a:lnTo>
                  <a:lnTo>
                    <a:pt x="2703" y="634"/>
                  </a:lnTo>
                  <a:lnTo>
                    <a:pt x="2265" y="878"/>
                  </a:lnTo>
                  <a:lnTo>
                    <a:pt x="1875" y="1170"/>
                  </a:lnTo>
                  <a:lnTo>
                    <a:pt x="1510" y="1511"/>
                  </a:lnTo>
                  <a:lnTo>
                    <a:pt x="1193" y="1876"/>
                  </a:lnTo>
                  <a:lnTo>
                    <a:pt x="877" y="2266"/>
                  </a:lnTo>
                  <a:lnTo>
                    <a:pt x="633" y="2680"/>
                  </a:lnTo>
                  <a:lnTo>
                    <a:pt x="414" y="3143"/>
                  </a:lnTo>
                  <a:lnTo>
                    <a:pt x="244" y="3605"/>
                  </a:lnTo>
                  <a:lnTo>
                    <a:pt x="122" y="4093"/>
                  </a:lnTo>
                  <a:lnTo>
                    <a:pt x="49" y="4604"/>
                  </a:lnTo>
                  <a:lnTo>
                    <a:pt x="0" y="5140"/>
                  </a:lnTo>
                  <a:lnTo>
                    <a:pt x="0" y="5140"/>
                  </a:lnTo>
                  <a:lnTo>
                    <a:pt x="24" y="5408"/>
                  </a:lnTo>
                  <a:lnTo>
                    <a:pt x="49" y="5676"/>
                  </a:lnTo>
                  <a:lnTo>
                    <a:pt x="122" y="6187"/>
                  </a:lnTo>
                  <a:lnTo>
                    <a:pt x="244" y="6674"/>
                  </a:lnTo>
                  <a:lnTo>
                    <a:pt x="414" y="7113"/>
                  </a:lnTo>
                  <a:lnTo>
                    <a:pt x="633" y="7551"/>
                  </a:lnTo>
                  <a:lnTo>
                    <a:pt x="852" y="7941"/>
                  </a:lnTo>
                  <a:lnTo>
                    <a:pt x="1096" y="8330"/>
                  </a:lnTo>
                  <a:lnTo>
                    <a:pt x="1364" y="8720"/>
                  </a:lnTo>
                  <a:lnTo>
                    <a:pt x="1900" y="9499"/>
                  </a:lnTo>
                  <a:lnTo>
                    <a:pt x="2143" y="9913"/>
                  </a:lnTo>
                  <a:lnTo>
                    <a:pt x="2387" y="10327"/>
                  </a:lnTo>
                  <a:lnTo>
                    <a:pt x="2606" y="10766"/>
                  </a:lnTo>
                  <a:lnTo>
                    <a:pt x="2801" y="11253"/>
                  </a:lnTo>
                  <a:lnTo>
                    <a:pt x="2971" y="11764"/>
                  </a:lnTo>
                  <a:lnTo>
                    <a:pt x="3093" y="12300"/>
                  </a:lnTo>
                </a:path>
              </a:pathLst>
            </a:custGeom>
            <a:noFill/>
            <a:ln w="952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" name="Shape 68"/>
            <p:cNvSpPr/>
            <p:nvPr/>
          </p:nvSpPr>
          <p:spPr>
            <a:xfrm>
              <a:off x="6873825" y="2459275"/>
              <a:ext cx="35350" cy="166875"/>
            </a:xfrm>
            <a:custGeom>
              <a:avLst/>
              <a:gdLst/>
              <a:ahLst/>
              <a:cxnLst/>
              <a:rect l="0" t="0" r="0" b="0"/>
              <a:pathLst>
                <a:path w="1414" h="6675" fill="none" extrusionOk="0">
                  <a:moveTo>
                    <a:pt x="1413" y="1"/>
                  </a:moveTo>
                  <a:lnTo>
                    <a:pt x="1413" y="1"/>
                  </a:lnTo>
                  <a:lnTo>
                    <a:pt x="829" y="2850"/>
                  </a:lnTo>
                  <a:lnTo>
                    <a:pt x="1" y="6674"/>
                  </a:lnTo>
                </a:path>
              </a:pathLst>
            </a:custGeom>
            <a:noFill/>
            <a:ln w="952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" name="Shape 69"/>
            <p:cNvSpPr/>
            <p:nvPr/>
          </p:nvSpPr>
          <p:spPr>
            <a:xfrm>
              <a:off x="6801975" y="2453200"/>
              <a:ext cx="90150" cy="19500"/>
            </a:xfrm>
            <a:custGeom>
              <a:avLst/>
              <a:gdLst/>
              <a:ahLst/>
              <a:cxnLst/>
              <a:rect l="0" t="0" r="0" b="0"/>
              <a:pathLst>
                <a:path w="3606" h="780" fill="none" extrusionOk="0">
                  <a:moveTo>
                    <a:pt x="1" y="73"/>
                  </a:moveTo>
                  <a:lnTo>
                    <a:pt x="829" y="780"/>
                  </a:lnTo>
                  <a:lnTo>
                    <a:pt x="1657" y="73"/>
                  </a:lnTo>
                  <a:lnTo>
                    <a:pt x="1657" y="73"/>
                  </a:lnTo>
                  <a:lnTo>
                    <a:pt x="1730" y="25"/>
                  </a:lnTo>
                  <a:lnTo>
                    <a:pt x="1803" y="0"/>
                  </a:lnTo>
                  <a:lnTo>
                    <a:pt x="1876" y="25"/>
                  </a:lnTo>
                  <a:lnTo>
                    <a:pt x="1949" y="73"/>
                  </a:lnTo>
                  <a:lnTo>
                    <a:pt x="2777" y="780"/>
                  </a:lnTo>
                  <a:lnTo>
                    <a:pt x="3605" y="73"/>
                  </a:lnTo>
                </a:path>
              </a:pathLst>
            </a:custGeom>
            <a:noFill/>
            <a:ln w="952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" name="Shape 70"/>
            <p:cNvSpPr/>
            <p:nvPr/>
          </p:nvSpPr>
          <p:spPr>
            <a:xfrm>
              <a:off x="6795900" y="2628550"/>
              <a:ext cx="102300" cy="25"/>
            </a:xfrm>
            <a:custGeom>
              <a:avLst/>
              <a:gdLst/>
              <a:ahLst/>
              <a:cxnLst/>
              <a:rect l="0" t="0" r="0" b="0"/>
              <a:pathLst>
                <a:path w="4092" h="1" fill="none" extrusionOk="0">
                  <a:moveTo>
                    <a:pt x="0" y="1"/>
                  </a:moveTo>
                  <a:lnTo>
                    <a:pt x="4092" y="1"/>
                  </a:lnTo>
                </a:path>
              </a:pathLst>
            </a:custGeom>
            <a:noFill/>
            <a:ln w="952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Shape 110"/>
          <p:cNvSpPr txBox="1">
            <a:spLocks noGrp="1"/>
          </p:cNvSpPr>
          <p:nvPr>
            <p:ph type="title"/>
          </p:nvPr>
        </p:nvSpPr>
        <p:spPr>
          <a:xfrm>
            <a:off x="1381250" y="922668"/>
            <a:ext cx="3878400" cy="43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" dirty="0" smtClean="0">
                <a:highlight>
                  <a:srgbClr val="FFCD00"/>
                </a:highlight>
              </a:rPr>
              <a:t>Latar Belakang</a:t>
            </a:r>
            <a:endParaRPr dirty="0">
              <a:highlight>
                <a:srgbClr val="FFCD00"/>
              </a:highlight>
            </a:endParaRPr>
          </a:p>
        </p:txBody>
      </p:sp>
      <p:sp>
        <p:nvSpPr>
          <p:cNvPr id="111" name="Shape 111"/>
          <p:cNvSpPr txBox="1">
            <a:spLocks noGrp="1"/>
          </p:cNvSpPr>
          <p:nvPr>
            <p:ph type="body" idx="1"/>
          </p:nvPr>
        </p:nvSpPr>
        <p:spPr>
          <a:xfrm>
            <a:off x="1381250" y="1616470"/>
            <a:ext cx="6809700" cy="3112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rtl="0">
              <a:spcBef>
                <a:spcPts val="600"/>
              </a:spcBef>
              <a:spcAft>
                <a:spcPts val="0"/>
              </a:spcAft>
              <a:buSzPts val="2400"/>
              <a:buChar char="◉"/>
            </a:pPr>
            <a:r>
              <a:rPr lang="en-US" dirty="0" err="1" smtClean="0"/>
              <a:t>Memudahkan</a:t>
            </a:r>
            <a:r>
              <a:rPr lang="en-US" dirty="0" smtClean="0"/>
              <a:t> </a:t>
            </a:r>
            <a:r>
              <a:rPr lang="en-US" dirty="0" err="1" smtClean="0"/>
              <a:t>karyawan</a:t>
            </a:r>
            <a:r>
              <a:rPr lang="en-US" dirty="0" smtClean="0"/>
              <a:t> </a:t>
            </a:r>
            <a:r>
              <a:rPr lang="en-US" dirty="0" err="1" smtClean="0"/>
              <a:t>untuk</a:t>
            </a:r>
            <a:r>
              <a:rPr lang="en-US" dirty="0" smtClean="0"/>
              <a:t> request </a:t>
            </a:r>
            <a:r>
              <a:rPr lang="en-US" dirty="0" err="1" smtClean="0"/>
              <a:t>izin</a:t>
            </a:r>
            <a:r>
              <a:rPr lang="en-US" dirty="0" smtClean="0"/>
              <a:t>/</a:t>
            </a:r>
            <a:r>
              <a:rPr lang="en-US" dirty="0" err="1"/>
              <a:t>c</a:t>
            </a:r>
            <a:r>
              <a:rPr lang="en-US" dirty="0" err="1" smtClean="0"/>
              <a:t>uti</a:t>
            </a:r>
            <a:endParaRPr u="sng" dirty="0"/>
          </a:p>
          <a:p>
            <a:pPr marL="457200" lvl="0" indent="-381000" rtl="0">
              <a:spcBef>
                <a:spcPts val="0"/>
              </a:spcBef>
              <a:spcAft>
                <a:spcPts val="0"/>
              </a:spcAft>
              <a:buSzPts val="2400"/>
              <a:buChar char="◉"/>
            </a:pPr>
            <a:r>
              <a:rPr lang="en-US" dirty="0" err="1" smtClean="0"/>
              <a:t>Memudahkan</a:t>
            </a:r>
            <a:r>
              <a:rPr lang="en-US" dirty="0" smtClean="0"/>
              <a:t> </a:t>
            </a:r>
            <a:r>
              <a:rPr lang="en-US" dirty="0" err="1"/>
              <a:t>k</a:t>
            </a:r>
            <a:r>
              <a:rPr lang="en-US" dirty="0" err="1" smtClean="0"/>
              <a:t>ontrol</a:t>
            </a:r>
            <a:r>
              <a:rPr lang="en-US" dirty="0" smtClean="0"/>
              <a:t> approval </a:t>
            </a:r>
            <a:r>
              <a:rPr lang="en-US" dirty="0" err="1" smtClean="0"/>
              <a:t>izin</a:t>
            </a:r>
            <a:r>
              <a:rPr lang="en-US" dirty="0" smtClean="0"/>
              <a:t>/</a:t>
            </a:r>
            <a:r>
              <a:rPr lang="en-US" dirty="0" err="1" smtClean="0"/>
              <a:t>cuti</a:t>
            </a:r>
            <a:endParaRPr u="sng" dirty="0"/>
          </a:p>
          <a:p>
            <a:pPr marL="457200" lvl="0" indent="-381000" rtl="0">
              <a:spcBef>
                <a:spcPts val="0"/>
              </a:spcBef>
              <a:spcAft>
                <a:spcPts val="0"/>
              </a:spcAft>
              <a:buSzPts val="2400"/>
              <a:buChar char="◉"/>
            </a:pPr>
            <a:r>
              <a:rPr lang="en-US" dirty="0" smtClean="0"/>
              <a:t>M</a:t>
            </a:r>
            <a:r>
              <a:rPr lang="en" dirty="0" smtClean="0"/>
              <a:t>endukung aplikasi SPISY</a:t>
            </a:r>
            <a:endParaRPr u="sng" dirty="0"/>
          </a:p>
          <a:p>
            <a:pPr marL="0" lvl="0" indent="0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dirty="0"/>
          </a:p>
          <a:p>
            <a:pPr marL="0" lvl="0" indent="0">
              <a:spcBef>
                <a:spcPts val="600"/>
              </a:spcBef>
              <a:spcAft>
                <a:spcPts val="0"/>
              </a:spcAft>
              <a:buNone/>
            </a:pPr>
            <a:endParaRPr dirty="0"/>
          </a:p>
        </p:txBody>
      </p:sp>
      <p:grpSp>
        <p:nvGrpSpPr>
          <p:cNvPr id="112" name="Shape 112"/>
          <p:cNvGrpSpPr/>
          <p:nvPr/>
        </p:nvGrpSpPr>
        <p:grpSpPr>
          <a:xfrm>
            <a:off x="916458" y="1019750"/>
            <a:ext cx="214625" cy="214625"/>
            <a:chOff x="2594050" y="1631825"/>
            <a:chExt cx="439625" cy="439625"/>
          </a:xfrm>
        </p:grpSpPr>
        <p:sp>
          <p:nvSpPr>
            <p:cNvPr id="113" name="Shape 113"/>
            <p:cNvSpPr/>
            <p:nvPr/>
          </p:nvSpPr>
          <p:spPr>
            <a:xfrm>
              <a:off x="2594050" y="1883300"/>
              <a:ext cx="188175" cy="188150"/>
            </a:xfrm>
            <a:custGeom>
              <a:avLst/>
              <a:gdLst/>
              <a:ahLst/>
              <a:cxnLst/>
              <a:rect l="0" t="0" r="0" b="0"/>
              <a:pathLst>
                <a:path w="7527" h="7526" fill="none" extrusionOk="0">
                  <a:moveTo>
                    <a:pt x="5992" y="0"/>
                  </a:moveTo>
                  <a:lnTo>
                    <a:pt x="537" y="6430"/>
                  </a:lnTo>
                  <a:lnTo>
                    <a:pt x="1" y="7526"/>
                  </a:lnTo>
                  <a:lnTo>
                    <a:pt x="1097" y="6990"/>
                  </a:lnTo>
                  <a:lnTo>
                    <a:pt x="7526" y="1534"/>
                  </a:lnTo>
                  <a:lnTo>
                    <a:pt x="5992" y="0"/>
                  </a:lnTo>
                  <a:close/>
                </a:path>
              </a:pathLst>
            </a:custGeom>
            <a:noFill/>
            <a:ln w="952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Shape 114"/>
            <p:cNvSpPr/>
            <p:nvPr/>
          </p:nvSpPr>
          <p:spPr>
            <a:xfrm>
              <a:off x="2857700" y="1631825"/>
              <a:ext cx="175975" cy="176000"/>
            </a:xfrm>
            <a:custGeom>
              <a:avLst/>
              <a:gdLst/>
              <a:ahLst/>
              <a:cxnLst/>
              <a:rect l="0" t="0" r="0" b="0"/>
              <a:pathLst>
                <a:path w="7039" h="7040" fill="none" extrusionOk="0">
                  <a:moveTo>
                    <a:pt x="268" y="2704"/>
                  </a:moveTo>
                  <a:lnTo>
                    <a:pt x="4336" y="6771"/>
                  </a:lnTo>
                  <a:lnTo>
                    <a:pt x="4336" y="6771"/>
                  </a:lnTo>
                  <a:lnTo>
                    <a:pt x="4336" y="6771"/>
                  </a:lnTo>
                  <a:lnTo>
                    <a:pt x="4652" y="6917"/>
                  </a:lnTo>
                  <a:lnTo>
                    <a:pt x="4993" y="7015"/>
                  </a:lnTo>
                  <a:lnTo>
                    <a:pt x="5310" y="7039"/>
                  </a:lnTo>
                  <a:lnTo>
                    <a:pt x="5651" y="7039"/>
                  </a:lnTo>
                  <a:lnTo>
                    <a:pt x="5992" y="6966"/>
                  </a:lnTo>
                  <a:lnTo>
                    <a:pt x="6308" y="6844"/>
                  </a:lnTo>
                  <a:lnTo>
                    <a:pt x="6454" y="6747"/>
                  </a:lnTo>
                  <a:lnTo>
                    <a:pt x="6601" y="6674"/>
                  </a:lnTo>
                  <a:lnTo>
                    <a:pt x="6747" y="6552"/>
                  </a:lnTo>
                  <a:lnTo>
                    <a:pt x="6893" y="6430"/>
                  </a:lnTo>
                  <a:lnTo>
                    <a:pt x="6893" y="6430"/>
                  </a:lnTo>
                  <a:lnTo>
                    <a:pt x="6942" y="6357"/>
                  </a:lnTo>
                  <a:lnTo>
                    <a:pt x="7015" y="6260"/>
                  </a:lnTo>
                  <a:lnTo>
                    <a:pt x="7039" y="6138"/>
                  </a:lnTo>
                  <a:lnTo>
                    <a:pt x="7039" y="6041"/>
                  </a:lnTo>
                  <a:lnTo>
                    <a:pt x="7039" y="6041"/>
                  </a:lnTo>
                  <a:lnTo>
                    <a:pt x="7039" y="5943"/>
                  </a:lnTo>
                  <a:lnTo>
                    <a:pt x="7015" y="5846"/>
                  </a:lnTo>
                  <a:lnTo>
                    <a:pt x="6942" y="5748"/>
                  </a:lnTo>
                  <a:lnTo>
                    <a:pt x="6893" y="5651"/>
                  </a:lnTo>
                  <a:lnTo>
                    <a:pt x="1389" y="147"/>
                  </a:lnTo>
                  <a:lnTo>
                    <a:pt x="1389" y="147"/>
                  </a:lnTo>
                  <a:lnTo>
                    <a:pt x="1291" y="98"/>
                  </a:lnTo>
                  <a:lnTo>
                    <a:pt x="1194" y="25"/>
                  </a:lnTo>
                  <a:lnTo>
                    <a:pt x="1096" y="0"/>
                  </a:lnTo>
                  <a:lnTo>
                    <a:pt x="999" y="0"/>
                  </a:lnTo>
                  <a:lnTo>
                    <a:pt x="999" y="0"/>
                  </a:lnTo>
                  <a:lnTo>
                    <a:pt x="902" y="0"/>
                  </a:lnTo>
                  <a:lnTo>
                    <a:pt x="780" y="25"/>
                  </a:lnTo>
                  <a:lnTo>
                    <a:pt x="682" y="98"/>
                  </a:lnTo>
                  <a:lnTo>
                    <a:pt x="609" y="147"/>
                  </a:lnTo>
                  <a:lnTo>
                    <a:pt x="609" y="147"/>
                  </a:lnTo>
                  <a:lnTo>
                    <a:pt x="487" y="293"/>
                  </a:lnTo>
                  <a:lnTo>
                    <a:pt x="366" y="439"/>
                  </a:lnTo>
                  <a:lnTo>
                    <a:pt x="293" y="585"/>
                  </a:lnTo>
                  <a:lnTo>
                    <a:pt x="195" y="731"/>
                  </a:lnTo>
                  <a:lnTo>
                    <a:pt x="73" y="1048"/>
                  </a:lnTo>
                  <a:lnTo>
                    <a:pt x="0" y="1389"/>
                  </a:lnTo>
                  <a:lnTo>
                    <a:pt x="0" y="1730"/>
                  </a:lnTo>
                  <a:lnTo>
                    <a:pt x="25" y="2046"/>
                  </a:lnTo>
                  <a:lnTo>
                    <a:pt x="122" y="2387"/>
                  </a:lnTo>
                  <a:lnTo>
                    <a:pt x="268" y="2704"/>
                  </a:lnTo>
                  <a:lnTo>
                    <a:pt x="268" y="2704"/>
                  </a:lnTo>
                  <a:close/>
                </a:path>
              </a:pathLst>
            </a:custGeom>
            <a:noFill/>
            <a:ln w="952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" name="Shape 115"/>
            <p:cNvSpPr/>
            <p:nvPr/>
          </p:nvSpPr>
          <p:spPr>
            <a:xfrm>
              <a:off x="2662850" y="1699400"/>
              <a:ext cx="303250" cy="303250"/>
            </a:xfrm>
            <a:custGeom>
              <a:avLst/>
              <a:gdLst/>
              <a:ahLst/>
              <a:cxnLst/>
              <a:rect l="0" t="0" r="0" b="0"/>
              <a:pathLst>
                <a:path w="12130" h="12130" fill="none" extrusionOk="0">
                  <a:moveTo>
                    <a:pt x="8038" y="1"/>
                  </a:moveTo>
                  <a:lnTo>
                    <a:pt x="4872" y="3191"/>
                  </a:lnTo>
                  <a:lnTo>
                    <a:pt x="4872" y="3191"/>
                  </a:lnTo>
                  <a:lnTo>
                    <a:pt x="4628" y="3094"/>
                  </a:lnTo>
                  <a:lnTo>
                    <a:pt x="4385" y="2997"/>
                  </a:lnTo>
                  <a:lnTo>
                    <a:pt x="4092" y="2899"/>
                  </a:lnTo>
                  <a:lnTo>
                    <a:pt x="3800" y="2850"/>
                  </a:lnTo>
                  <a:lnTo>
                    <a:pt x="3484" y="2777"/>
                  </a:lnTo>
                  <a:lnTo>
                    <a:pt x="3167" y="2729"/>
                  </a:lnTo>
                  <a:lnTo>
                    <a:pt x="2850" y="2704"/>
                  </a:lnTo>
                  <a:lnTo>
                    <a:pt x="2534" y="2704"/>
                  </a:lnTo>
                  <a:lnTo>
                    <a:pt x="2534" y="2704"/>
                  </a:lnTo>
                  <a:lnTo>
                    <a:pt x="2241" y="2704"/>
                  </a:lnTo>
                  <a:lnTo>
                    <a:pt x="1949" y="2729"/>
                  </a:lnTo>
                  <a:lnTo>
                    <a:pt x="1633" y="2777"/>
                  </a:lnTo>
                  <a:lnTo>
                    <a:pt x="1316" y="2850"/>
                  </a:lnTo>
                  <a:lnTo>
                    <a:pt x="999" y="2972"/>
                  </a:lnTo>
                  <a:lnTo>
                    <a:pt x="707" y="3094"/>
                  </a:lnTo>
                  <a:lnTo>
                    <a:pt x="415" y="3289"/>
                  </a:lnTo>
                  <a:lnTo>
                    <a:pt x="147" y="3508"/>
                  </a:lnTo>
                  <a:lnTo>
                    <a:pt x="147" y="3508"/>
                  </a:lnTo>
                  <a:lnTo>
                    <a:pt x="74" y="3581"/>
                  </a:lnTo>
                  <a:lnTo>
                    <a:pt x="25" y="3678"/>
                  </a:lnTo>
                  <a:lnTo>
                    <a:pt x="1" y="3776"/>
                  </a:lnTo>
                  <a:lnTo>
                    <a:pt x="1" y="3898"/>
                  </a:lnTo>
                  <a:lnTo>
                    <a:pt x="1" y="3898"/>
                  </a:lnTo>
                  <a:lnTo>
                    <a:pt x="1" y="3995"/>
                  </a:lnTo>
                  <a:lnTo>
                    <a:pt x="25" y="4093"/>
                  </a:lnTo>
                  <a:lnTo>
                    <a:pt x="74" y="4190"/>
                  </a:lnTo>
                  <a:lnTo>
                    <a:pt x="147" y="4287"/>
                  </a:lnTo>
                  <a:lnTo>
                    <a:pt x="7843" y="11984"/>
                  </a:lnTo>
                  <a:lnTo>
                    <a:pt x="7843" y="11984"/>
                  </a:lnTo>
                  <a:lnTo>
                    <a:pt x="7941" y="12057"/>
                  </a:lnTo>
                  <a:lnTo>
                    <a:pt x="8038" y="12105"/>
                  </a:lnTo>
                  <a:lnTo>
                    <a:pt x="8135" y="12130"/>
                  </a:lnTo>
                  <a:lnTo>
                    <a:pt x="8233" y="12130"/>
                  </a:lnTo>
                  <a:lnTo>
                    <a:pt x="8233" y="12130"/>
                  </a:lnTo>
                  <a:lnTo>
                    <a:pt x="8355" y="12130"/>
                  </a:lnTo>
                  <a:lnTo>
                    <a:pt x="8452" y="12105"/>
                  </a:lnTo>
                  <a:lnTo>
                    <a:pt x="8549" y="12057"/>
                  </a:lnTo>
                  <a:lnTo>
                    <a:pt x="8622" y="11984"/>
                  </a:lnTo>
                  <a:lnTo>
                    <a:pt x="8622" y="11984"/>
                  </a:lnTo>
                  <a:lnTo>
                    <a:pt x="8842" y="11716"/>
                  </a:lnTo>
                  <a:lnTo>
                    <a:pt x="9036" y="11423"/>
                  </a:lnTo>
                  <a:lnTo>
                    <a:pt x="9158" y="11131"/>
                  </a:lnTo>
                  <a:lnTo>
                    <a:pt x="9280" y="10814"/>
                  </a:lnTo>
                  <a:lnTo>
                    <a:pt x="9353" y="10498"/>
                  </a:lnTo>
                  <a:lnTo>
                    <a:pt x="9402" y="10181"/>
                  </a:lnTo>
                  <a:lnTo>
                    <a:pt x="9426" y="9889"/>
                  </a:lnTo>
                  <a:lnTo>
                    <a:pt x="9426" y="9597"/>
                  </a:lnTo>
                  <a:lnTo>
                    <a:pt x="9426" y="9597"/>
                  </a:lnTo>
                  <a:lnTo>
                    <a:pt x="9426" y="9280"/>
                  </a:lnTo>
                  <a:lnTo>
                    <a:pt x="9402" y="8964"/>
                  </a:lnTo>
                  <a:lnTo>
                    <a:pt x="9353" y="8647"/>
                  </a:lnTo>
                  <a:lnTo>
                    <a:pt x="9280" y="8330"/>
                  </a:lnTo>
                  <a:lnTo>
                    <a:pt x="9231" y="8038"/>
                  </a:lnTo>
                  <a:lnTo>
                    <a:pt x="9134" y="7746"/>
                  </a:lnTo>
                  <a:lnTo>
                    <a:pt x="9036" y="7502"/>
                  </a:lnTo>
                  <a:lnTo>
                    <a:pt x="8939" y="7259"/>
                  </a:lnTo>
                  <a:lnTo>
                    <a:pt x="12130" y="4093"/>
                  </a:lnTo>
                </a:path>
              </a:pathLst>
            </a:custGeom>
            <a:noFill/>
            <a:ln w="952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" name="Shape 116"/>
            <p:cNvSpPr/>
            <p:nvPr/>
          </p:nvSpPr>
          <p:spPr>
            <a:xfrm>
              <a:off x="2814912" y="1754062"/>
              <a:ext cx="49950" cy="49950"/>
            </a:xfrm>
            <a:custGeom>
              <a:avLst/>
              <a:gdLst/>
              <a:ahLst/>
              <a:cxnLst/>
              <a:rect l="0" t="0" r="0" b="0"/>
              <a:pathLst>
                <a:path w="1998" h="1998" fill="none" extrusionOk="0">
                  <a:moveTo>
                    <a:pt x="1" y="1997"/>
                  </a:moveTo>
                  <a:lnTo>
                    <a:pt x="1998" y="0"/>
                  </a:lnTo>
                </a:path>
              </a:pathLst>
            </a:custGeom>
            <a:noFill/>
            <a:ln w="952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Shape 153"/>
          <p:cNvSpPr txBox="1">
            <a:spLocks noGrp="1"/>
          </p:cNvSpPr>
          <p:nvPr>
            <p:ph type="title"/>
          </p:nvPr>
        </p:nvSpPr>
        <p:spPr>
          <a:xfrm>
            <a:off x="1381250" y="922668"/>
            <a:ext cx="4727198" cy="43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smtClean="0"/>
              <a:t>Flow </a:t>
            </a:r>
            <a:r>
              <a:rPr lang="en-US" dirty="0" err="1" smtClean="0"/>
              <a:t>Pengajuan</a:t>
            </a:r>
            <a:r>
              <a:rPr lang="en-US" dirty="0" smtClean="0"/>
              <a:t> </a:t>
            </a:r>
            <a:r>
              <a:rPr lang="en-US" dirty="0" err="1" smtClean="0"/>
              <a:t>Izin</a:t>
            </a:r>
            <a:r>
              <a:rPr lang="en-US" dirty="0" smtClean="0"/>
              <a:t> &amp; </a:t>
            </a:r>
            <a:r>
              <a:rPr lang="en-US" dirty="0" err="1" smtClean="0"/>
              <a:t>Cuti</a:t>
            </a:r>
            <a:r>
              <a:rPr lang="en-US" dirty="0" smtClean="0"/>
              <a:t> </a:t>
            </a:r>
            <a:r>
              <a:rPr lang="en-US" dirty="0" err="1" smtClean="0"/>
              <a:t>Sekarang</a:t>
            </a:r>
            <a:endParaRPr dirty="0"/>
          </a:p>
        </p:txBody>
      </p:sp>
      <p:sp>
        <p:nvSpPr>
          <p:cNvPr id="17" name="Rounded Rectangle 16"/>
          <p:cNvSpPr/>
          <p:nvPr/>
        </p:nvSpPr>
        <p:spPr>
          <a:xfrm>
            <a:off x="238250" y="2370967"/>
            <a:ext cx="914400" cy="381000"/>
          </a:xfrm>
          <a:prstGeom prst="roundRect">
            <a:avLst/>
          </a:prstGeom>
          <a:ln>
            <a:solidFill>
              <a:srgbClr val="FFC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b="1" dirty="0" smtClean="0"/>
              <a:t>START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1243025" y="2445395"/>
            <a:ext cx="419100" cy="228600"/>
          </a:xfrm>
          <a:prstGeom prst="right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9" name="Group 18"/>
          <p:cNvGrpSpPr/>
          <p:nvPr/>
        </p:nvGrpSpPr>
        <p:grpSpPr>
          <a:xfrm>
            <a:off x="1763133" y="1943986"/>
            <a:ext cx="1761460" cy="1203251"/>
            <a:chOff x="3124200" y="2209800"/>
            <a:chExt cx="2620291" cy="1600200"/>
          </a:xfrm>
        </p:grpSpPr>
        <p:pic>
          <p:nvPicPr>
            <p:cNvPr id="20" name="Picture 6" descr="https://upload.wikimedia.org/wikipedia/commons/thumb/2/2c/Writing.svg/2000px-Writing.svg.png"/>
            <p:cNvPicPr>
              <a:picLocks noChangeAspect="1" noChangeArrowheads="1"/>
            </p:cNvPicPr>
            <p:nvPr/>
          </p:nvPicPr>
          <p:blipFill>
            <a:blip r:embed="rId3" cstate="print"/>
            <a:srcRect t="21875" b="18750"/>
            <a:stretch>
              <a:fillRect/>
            </a:stretch>
          </p:blipFill>
          <p:spPr bwMode="auto">
            <a:xfrm>
              <a:off x="3124200" y="2209800"/>
              <a:ext cx="2438400" cy="1600200"/>
            </a:xfrm>
            <a:prstGeom prst="rect">
              <a:avLst/>
            </a:prstGeom>
            <a:noFill/>
          </p:spPr>
        </p:pic>
        <p:sp>
          <p:nvSpPr>
            <p:cNvPr id="21" name="Rounded Rectangle 20"/>
            <p:cNvSpPr/>
            <p:nvPr/>
          </p:nvSpPr>
          <p:spPr>
            <a:xfrm>
              <a:off x="3733801" y="3276600"/>
              <a:ext cx="2010690" cy="457200"/>
            </a:xfrm>
            <a:prstGeom prst="roundRect">
              <a:avLst/>
            </a:prstGeom>
            <a:ln>
              <a:solidFill>
                <a:srgbClr val="FFC000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000" dirty="0" err="1" smtClean="0"/>
                <a:t>Karyawan</a:t>
              </a:r>
              <a:r>
                <a:rPr lang="en-US" sz="1000" dirty="0" smtClean="0"/>
                <a:t> </a:t>
              </a:r>
              <a:r>
                <a:rPr lang="en-US" sz="1000" dirty="0" err="1" smtClean="0"/>
                <a:t>membuat</a:t>
              </a:r>
              <a:r>
                <a:rPr lang="en-US" sz="1000" dirty="0" smtClean="0"/>
                <a:t> form </a:t>
              </a:r>
              <a:r>
                <a:rPr lang="en-US" sz="1000" dirty="0" err="1" smtClean="0"/>
                <a:t>Izin</a:t>
              </a:r>
              <a:r>
                <a:rPr lang="en-US" sz="1000" dirty="0" smtClean="0"/>
                <a:t>/</a:t>
              </a:r>
              <a:r>
                <a:rPr lang="en-US" sz="1000" dirty="0" err="1" smtClean="0"/>
                <a:t>Cuti</a:t>
              </a:r>
              <a:endParaRPr lang="en-US" sz="1000" dirty="0" smtClean="0"/>
            </a:p>
          </p:txBody>
        </p:sp>
      </p:grpSp>
      <p:sp>
        <p:nvSpPr>
          <p:cNvPr id="23" name="Right Arrow 22"/>
          <p:cNvSpPr/>
          <p:nvPr/>
        </p:nvSpPr>
        <p:spPr>
          <a:xfrm>
            <a:off x="3581205" y="2527299"/>
            <a:ext cx="419100" cy="228600"/>
          </a:xfrm>
          <a:prstGeom prst="right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06949" y="1765127"/>
            <a:ext cx="1333943" cy="1333943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06681" y="2115896"/>
            <a:ext cx="416185" cy="443799"/>
          </a:xfrm>
          <a:prstGeom prst="rect">
            <a:avLst/>
          </a:prstGeom>
        </p:spPr>
      </p:pic>
      <p:pic>
        <p:nvPicPr>
          <p:cNvPr id="28" name="Picture 27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48149" y="2317799"/>
            <a:ext cx="416185" cy="443799"/>
          </a:xfrm>
          <a:prstGeom prst="rect">
            <a:avLst/>
          </a:prstGeom>
        </p:spPr>
      </p:pic>
      <p:pic>
        <p:nvPicPr>
          <p:cNvPr id="29" name="Picture 28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55936" y="2689353"/>
            <a:ext cx="416185" cy="443799"/>
          </a:xfrm>
          <a:prstGeom prst="rect">
            <a:avLst/>
          </a:prstGeom>
        </p:spPr>
      </p:pic>
      <p:sp>
        <p:nvSpPr>
          <p:cNvPr id="30" name="Rounded Rectangle 29"/>
          <p:cNvSpPr/>
          <p:nvPr/>
        </p:nvSpPr>
        <p:spPr>
          <a:xfrm>
            <a:off x="4148053" y="2923705"/>
            <a:ext cx="1502798" cy="604691"/>
          </a:xfrm>
          <a:prstGeom prst="roundRect">
            <a:avLst/>
          </a:prstGeom>
          <a:ln>
            <a:solidFill>
              <a:srgbClr val="FFC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dirty="0" smtClean="0"/>
              <a:t>Proses Approval </a:t>
            </a:r>
            <a:r>
              <a:rPr lang="en-US" sz="1000" dirty="0" err="1" smtClean="0"/>
              <a:t>oleh</a:t>
            </a:r>
            <a:r>
              <a:rPr lang="en-US" sz="1000" dirty="0" smtClean="0"/>
              <a:t> </a:t>
            </a:r>
            <a:r>
              <a:rPr lang="en-US" sz="1000" dirty="0" err="1" smtClean="0"/>
              <a:t>Foreman,Supervisor</a:t>
            </a:r>
            <a:r>
              <a:rPr lang="en-US" sz="1000" dirty="0"/>
              <a:t> </a:t>
            </a:r>
            <a:r>
              <a:rPr lang="en-US" sz="1000" dirty="0" smtClean="0"/>
              <a:t>&amp; Manager</a:t>
            </a:r>
          </a:p>
        </p:txBody>
      </p:sp>
      <p:pic>
        <p:nvPicPr>
          <p:cNvPr id="31" name="Picture 2" descr="https://thumbs.dreamstime.com/z/cartoon-man-using-computer-4142338.jpg"/>
          <p:cNvPicPr>
            <a:picLocks noChangeAspect="1" noChangeArrowheads="1"/>
          </p:cNvPicPr>
          <p:nvPr/>
        </p:nvPicPr>
        <p:blipFill>
          <a:blip r:embed="rId6" cstate="print"/>
          <a:srcRect l="1786" t="1669" r="1786" b="9883"/>
          <a:stretch>
            <a:fillRect/>
          </a:stretch>
        </p:blipFill>
        <p:spPr bwMode="auto">
          <a:xfrm>
            <a:off x="6343420" y="2083050"/>
            <a:ext cx="1164566" cy="1143000"/>
          </a:xfrm>
          <a:prstGeom prst="rect">
            <a:avLst/>
          </a:prstGeom>
          <a:noFill/>
        </p:spPr>
      </p:pic>
      <p:sp>
        <p:nvSpPr>
          <p:cNvPr id="32" name="Right Arrow 31"/>
          <p:cNvSpPr/>
          <p:nvPr/>
        </p:nvSpPr>
        <p:spPr>
          <a:xfrm>
            <a:off x="5792123" y="2575842"/>
            <a:ext cx="419100" cy="228600"/>
          </a:xfrm>
          <a:prstGeom prst="right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ounded Rectangle 32"/>
          <p:cNvSpPr/>
          <p:nvPr/>
        </p:nvSpPr>
        <p:spPr>
          <a:xfrm>
            <a:off x="6108448" y="2923705"/>
            <a:ext cx="1546995" cy="393653"/>
          </a:xfrm>
          <a:prstGeom prst="roundRect">
            <a:avLst/>
          </a:prstGeom>
          <a:ln>
            <a:solidFill>
              <a:srgbClr val="FFC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dirty="0" smtClean="0"/>
              <a:t>Member GA </a:t>
            </a:r>
            <a:r>
              <a:rPr lang="en-US" sz="1000" dirty="0" err="1" smtClean="0"/>
              <a:t>Personel</a:t>
            </a:r>
            <a:r>
              <a:rPr lang="en-US" sz="1000" dirty="0" smtClean="0"/>
              <a:t> input data </a:t>
            </a:r>
            <a:r>
              <a:rPr lang="en-US" sz="1000" dirty="0" err="1" smtClean="0"/>
              <a:t>ke</a:t>
            </a:r>
            <a:r>
              <a:rPr lang="en-US" sz="1000" dirty="0" smtClean="0"/>
              <a:t> SPISY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056725" y="2499642"/>
            <a:ext cx="914400" cy="381000"/>
          </a:xfrm>
          <a:prstGeom prst="roundRect">
            <a:avLst/>
          </a:prstGeom>
          <a:ln>
            <a:solidFill>
              <a:srgbClr val="FFC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b="1" dirty="0" smtClean="0"/>
              <a:t>Finish</a:t>
            </a:r>
          </a:p>
        </p:txBody>
      </p:sp>
      <p:sp>
        <p:nvSpPr>
          <p:cNvPr id="35" name="Right Arrow 34"/>
          <p:cNvSpPr/>
          <p:nvPr/>
        </p:nvSpPr>
        <p:spPr>
          <a:xfrm>
            <a:off x="7567489" y="2527299"/>
            <a:ext cx="419100" cy="228600"/>
          </a:xfrm>
          <a:prstGeom prst="right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66739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Shape 186"/>
          <p:cNvSpPr txBox="1">
            <a:spLocks noGrp="1"/>
          </p:cNvSpPr>
          <p:nvPr>
            <p:ph type="title"/>
          </p:nvPr>
        </p:nvSpPr>
        <p:spPr>
          <a:xfrm>
            <a:off x="1381250" y="937125"/>
            <a:ext cx="3878400" cy="43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Masalah?</a:t>
            </a:r>
            <a:endParaRPr dirty="0"/>
          </a:p>
        </p:txBody>
      </p:sp>
      <p:sp>
        <p:nvSpPr>
          <p:cNvPr id="187" name="Shape 187"/>
          <p:cNvSpPr/>
          <p:nvPr/>
        </p:nvSpPr>
        <p:spPr>
          <a:xfrm>
            <a:off x="3595323" y="1808525"/>
            <a:ext cx="2399100" cy="2399100"/>
          </a:xfrm>
          <a:prstGeom prst="ellipse">
            <a:avLst/>
          </a:prstGeom>
          <a:solidFill>
            <a:srgbClr val="FFCD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88" name="Shape 188"/>
          <p:cNvSpPr/>
          <p:nvPr/>
        </p:nvSpPr>
        <p:spPr>
          <a:xfrm>
            <a:off x="1545800" y="1808525"/>
            <a:ext cx="2399100" cy="2399100"/>
          </a:xfrm>
          <a:prstGeom prst="ellipse">
            <a:avLst/>
          </a:prstGeom>
          <a:solidFill>
            <a:srgbClr val="000000">
              <a:alpha val="731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89" name="Shape 189"/>
          <p:cNvSpPr/>
          <p:nvPr/>
        </p:nvSpPr>
        <p:spPr>
          <a:xfrm>
            <a:off x="5644847" y="1808525"/>
            <a:ext cx="2399100" cy="2399100"/>
          </a:xfrm>
          <a:prstGeom prst="ellipse">
            <a:avLst/>
          </a:prstGeom>
          <a:solidFill>
            <a:srgbClr val="000000">
              <a:alpha val="731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 smtClean="0">
                <a:latin typeface="Quattrocento Sans"/>
                <a:ea typeface="Quattrocento Sans"/>
                <a:cs typeface="Quattrocento Sans"/>
                <a:sym typeface="Quattrocento Sans"/>
              </a:rPr>
              <a:t>	</a:t>
            </a:r>
            <a:endParaRPr sz="1800" dirty="0"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grpSp>
        <p:nvGrpSpPr>
          <p:cNvPr id="190" name="Shape 190"/>
          <p:cNvGrpSpPr/>
          <p:nvPr/>
        </p:nvGrpSpPr>
        <p:grpSpPr>
          <a:xfrm>
            <a:off x="916458" y="1019750"/>
            <a:ext cx="214625" cy="214625"/>
            <a:chOff x="2594050" y="1631825"/>
            <a:chExt cx="439625" cy="439625"/>
          </a:xfrm>
        </p:grpSpPr>
        <p:sp>
          <p:nvSpPr>
            <p:cNvPr id="191" name="Shape 191"/>
            <p:cNvSpPr/>
            <p:nvPr/>
          </p:nvSpPr>
          <p:spPr>
            <a:xfrm>
              <a:off x="2594050" y="1883300"/>
              <a:ext cx="188175" cy="188150"/>
            </a:xfrm>
            <a:custGeom>
              <a:avLst/>
              <a:gdLst/>
              <a:ahLst/>
              <a:cxnLst/>
              <a:rect l="0" t="0" r="0" b="0"/>
              <a:pathLst>
                <a:path w="7527" h="7526" fill="none" extrusionOk="0">
                  <a:moveTo>
                    <a:pt x="5992" y="0"/>
                  </a:moveTo>
                  <a:lnTo>
                    <a:pt x="537" y="6430"/>
                  </a:lnTo>
                  <a:lnTo>
                    <a:pt x="1" y="7526"/>
                  </a:lnTo>
                  <a:lnTo>
                    <a:pt x="1097" y="6990"/>
                  </a:lnTo>
                  <a:lnTo>
                    <a:pt x="7526" y="1534"/>
                  </a:lnTo>
                  <a:lnTo>
                    <a:pt x="5992" y="0"/>
                  </a:lnTo>
                  <a:close/>
                </a:path>
              </a:pathLst>
            </a:custGeom>
            <a:noFill/>
            <a:ln w="952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" name="Shape 192"/>
            <p:cNvSpPr/>
            <p:nvPr/>
          </p:nvSpPr>
          <p:spPr>
            <a:xfrm>
              <a:off x="2857700" y="1631825"/>
              <a:ext cx="175975" cy="176000"/>
            </a:xfrm>
            <a:custGeom>
              <a:avLst/>
              <a:gdLst/>
              <a:ahLst/>
              <a:cxnLst/>
              <a:rect l="0" t="0" r="0" b="0"/>
              <a:pathLst>
                <a:path w="7039" h="7040" fill="none" extrusionOk="0">
                  <a:moveTo>
                    <a:pt x="268" y="2704"/>
                  </a:moveTo>
                  <a:lnTo>
                    <a:pt x="4336" y="6771"/>
                  </a:lnTo>
                  <a:lnTo>
                    <a:pt x="4336" y="6771"/>
                  </a:lnTo>
                  <a:lnTo>
                    <a:pt x="4336" y="6771"/>
                  </a:lnTo>
                  <a:lnTo>
                    <a:pt x="4652" y="6917"/>
                  </a:lnTo>
                  <a:lnTo>
                    <a:pt x="4993" y="7015"/>
                  </a:lnTo>
                  <a:lnTo>
                    <a:pt x="5310" y="7039"/>
                  </a:lnTo>
                  <a:lnTo>
                    <a:pt x="5651" y="7039"/>
                  </a:lnTo>
                  <a:lnTo>
                    <a:pt x="5992" y="6966"/>
                  </a:lnTo>
                  <a:lnTo>
                    <a:pt x="6308" y="6844"/>
                  </a:lnTo>
                  <a:lnTo>
                    <a:pt x="6454" y="6747"/>
                  </a:lnTo>
                  <a:lnTo>
                    <a:pt x="6601" y="6674"/>
                  </a:lnTo>
                  <a:lnTo>
                    <a:pt x="6747" y="6552"/>
                  </a:lnTo>
                  <a:lnTo>
                    <a:pt x="6893" y="6430"/>
                  </a:lnTo>
                  <a:lnTo>
                    <a:pt x="6893" y="6430"/>
                  </a:lnTo>
                  <a:lnTo>
                    <a:pt x="6942" y="6357"/>
                  </a:lnTo>
                  <a:lnTo>
                    <a:pt x="7015" y="6260"/>
                  </a:lnTo>
                  <a:lnTo>
                    <a:pt x="7039" y="6138"/>
                  </a:lnTo>
                  <a:lnTo>
                    <a:pt x="7039" y="6041"/>
                  </a:lnTo>
                  <a:lnTo>
                    <a:pt x="7039" y="6041"/>
                  </a:lnTo>
                  <a:lnTo>
                    <a:pt x="7039" y="5943"/>
                  </a:lnTo>
                  <a:lnTo>
                    <a:pt x="7015" y="5846"/>
                  </a:lnTo>
                  <a:lnTo>
                    <a:pt x="6942" y="5748"/>
                  </a:lnTo>
                  <a:lnTo>
                    <a:pt x="6893" y="5651"/>
                  </a:lnTo>
                  <a:lnTo>
                    <a:pt x="1389" y="147"/>
                  </a:lnTo>
                  <a:lnTo>
                    <a:pt x="1389" y="147"/>
                  </a:lnTo>
                  <a:lnTo>
                    <a:pt x="1291" y="98"/>
                  </a:lnTo>
                  <a:lnTo>
                    <a:pt x="1194" y="25"/>
                  </a:lnTo>
                  <a:lnTo>
                    <a:pt x="1096" y="0"/>
                  </a:lnTo>
                  <a:lnTo>
                    <a:pt x="999" y="0"/>
                  </a:lnTo>
                  <a:lnTo>
                    <a:pt x="999" y="0"/>
                  </a:lnTo>
                  <a:lnTo>
                    <a:pt x="902" y="0"/>
                  </a:lnTo>
                  <a:lnTo>
                    <a:pt x="780" y="25"/>
                  </a:lnTo>
                  <a:lnTo>
                    <a:pt x="682" y="98"/>
                  </a:lnTo>
                  <a:lnTo>
                    <a:pt x="609" y="147"/>
                  </a:lnTo>
                  <a:lnTo>
                    <a:pt x="609" y="147"/>
                  </a:lnTo>
                  <a:lnTo>
                    <a:pt x="487" y="293"/>
                  </a:lnTo>
                  <a:lnTo>
                    <a:pt x="366" y="439"/>
                  </a:lnTo>
                  <a:lnTo>
                    <a:pt x="293" y="585"/>
                  </a:lnTo>
                  <a:lnTo>
                    <a:pt x="195" y="731"/>
                  </a:lnTo>
                  <a:lnTo>
                    <a:pt x="73" y="1048"/>
                  </a:lnTo>
                  <a:lnTo>
                    <a:pt x="0" y="1389"/>
                  </a:lnTo>
                  <a:lnTo>
                    <a:pt x="0" y="1730"/>
                  </a:lnTo>
                  <a:lnTo>
                    <a:pt x="25" y="2046"/>
                  </a:lnTo>
                  <a:lnTo>
                    <a:pt x="122" y="2387"/>
                  </a:lnTo>
                  <a:lnTo>
                    <a:pt x="268" y="2704"/>
                  </a:lnTo>
                  <a:lnTo>
                    <a:pt x="268" y="2704"/>
                  </a:lnTo>
                  <a:close/>
                </a:path>
              </a:pathLst>
            </a:custGeom>
            <a:noFill/>
            <a:ln w="952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" name="Shape 193"/>
            <p:cNvSpPr/>
            <p:nvPr/>
          </p:nvSpPr>
          <p:spPr>
            <a:xfrm>
              <a:off x="2662850" y="1699400"/>
              <a:ext cx="303250" cy="303250"/>
            </a:xfrm>
            <a:custGeom>
              <a:avLst/>
              <a:gdLst/>
              <a:ahLst/>
              <a:cxnLst/>
              <a:rect l="0" t="0" r="0" b="0"/>
              <a:pathLst>
                <a:path w="12130" h="12130" fill="none" extrusionOk="0">
                  <a:moveTo>
                    <a:pt x="8038" y="1"/>
                  </a:moveTo>
                  <a:lnTo>
                    <a:pt x="4872" y="3191"/>
                  </a:lnTo>
                  <a:lnTo>
                    <a:pt x="4872" y="3191"/>
                  </a:lnTo>
                  <a:lnTo>
                    <a:pt x="4628" y="3094"/>
                  </a:lnTo>
                  <a:lnTo>
                    <a:pt x="4385" y="2997"/>
                  </a:lnTo>
                  <a:lnTo>
                    <a:pt x="4092" y="2899"/>
                  </a:lnTo>
                  <a:lnTo>
                    <a:pt x="3800" y="2850"/>
                  </a:lnTo>
                  <a:lnTo>
                    <a:pt x="3484" y="2777"/>
                  </a:lnTo>
                  <a:lnTo>
                    <a:pt x="3167" y="2729"/>
                  </a:lnTo>
                  <a:lnTo>
                    <a:pt x="2850" y="2704"/>
                  </a:lnTo>
                  <a:lnTo>
                    <a:pt x="2534" y="2704"/>
                  </a:lnTo>
                  <a:lnTo>
                    <a:pt x="2534" y="2704"/>
                  </a:lnTo>
                  <a:lnTo>
                    <a:pt x="2241" y="2704"/>
                  </a:lnTo>
                  <a:lnTo>
                    <a:pt x="1949" y="2729"/>
                  </a:lnTo>
                  <a:lnTo>
                    <a:pt x="1633" y="2777"/>
                  </a:lnTo>
                  <a:lnTo>
                    <a:pt x="1316" y="2850"/>
                  </a:lnTo>
                  <a:lnTo>
                    <a:pt x="999" y="2972"/>
                  </a:lnTo>
                  <a:lnTo>
                    <a:pt x="707" y="3094"/>
                  </a:lnTo>
                  <a:lnTo>
                    <a:pt x="415" y="3289"/>
                  </a:lnTo>
                  <a:lnTo>
                    <a:pt x="147" y="3508"/>
                  </a:lnTo>
                  <a:lnTo>
                    <a:pt x="147" y="3508"/>
                  </a:lnTo>
                  <a:lnTo>
                    <a:pt x="74" y="3581"/>
                  </a:lnTo>
                  <a:lnTo>
                    <a:pt x="25" y="3678"/>
                  </a:lnTo>
                  <a:lnTo>
                    <a:pt x="1" y="3776"/>
                  </a:lnTo>
                  <a:lnTo>
                    <a:pt x="1" y="3898"/>
                  </a:lnTo>
                  <a:lnTo>
                    <a:pt x="1" y="3898"/>
                  </a:lnTo>
                  <a:lnTo>
                    <a:pt x="1" y="3995"/>
                  </a:lnTo>
                  <a:lnTo>
                    <a:pt x="25" y="4093"/>
                  </a:lnTo>
                  <a:lnTo>
                    <a:pt x="74" y="4190"/>
                  </a:lnTo>
                  <a:lnTo>
                    <a:pt x="147" y="4287"/>
                  </a:lnTo>
                  <a:lnTo>
                    <a:pt x="7843" y="11984"/>
                  </a:lnTo>
                  <a:lnTo>
                    <a:pt x="7843" y="11984"/>
                  </a:lnTo>
                  <a:lnTo>
                    <a:pt x="7941" y="12057"/>
                  </a:lnTo>
                  <a:lnTo>
                    <a:pt x="8038" y="12105"/>
                  </a:lnTo>
                  <a:lnTo>
                    <a:pt x="8135" y="12130"/>
                  </a:lnTo>
                  <a:lnTo>
                    <a:pt x="8233" y="12130"/>
                  </a:lnTo>
                  <a:lnTo>
                    <a:pt x="8233" y="12130"/>
                  </a:lnTo>
                  <a:lnTo>
                    <a:pt x="8355" y="12130"/>
                  </a:lnTo>
                  <a:lnTo>
                    <a:pt x="8452" y="12105"/>
                  </a:lnTo>
                  <a:lnTo>
                    <a:pt x="8549" y="12057"/>
                  </a:lnTo>
                  <a:lnTo>
                    <a:pt x="8622" y="11984"/>
                  </a:lnTo>
                  <a:lnTo>
                    <a:pt x="8622" y="11984"/>
                  </a:lnTo>
                  <a:lnTo>
                    <a:pt x="8842" y="11716"/>
                  </a:lnTo>
                  <a:lnTo>
                    <a:pt x="9036" y="11423"/>
                  </a:lnTo>
                  <a:lnTo>
                    <a:pt x="9158" y="11131"/>
                  </a:lnTo>
                  <a:lnTo>
                    <a:pt x="9280" y="10814"/>
                  </a:lnTo>
                  <a:lnTo>
                    <a:pt x="9353" y="10498"/>
                  </a:lnTo>
                  <a:lnTo>
                    <a:pt x="9402" y="10181"/>
                  </a:lnTo>
                  <a:lnTo>
                    <a:pt x="9426" y="9889"/>
                  </a:lnTo>
                  <a:lnTo>
                    <a:pt x="9426" y="9597"/>
                  </a:lnTo>
                  <a:lnTo>
                    <a:pt x="9426" y="9597"/>
                  </a:lnTo>
                  <a:lnTo>
                    <a:pt x="9426" y="9280"/>
                  </a:lnTo>
                  <a:lnTo>
                    <a:pt x="9402" y="8964"/>
                  </a:lnTo>
                  <a:lnTo>
                    <a:pt x="9353" y="8647"/>
                  </a:lnTo>
                  <a:lnTo>
                    <a:pt x="9280" y="8330"/>
                  </a:lnTo>
                  <a:lnTo>
                    <a:pt x="9231" y="8038"/>
                  </a:lnTo>
                  <a:lnTo>
                    <a:pt x="9134" y="7746"/>
                  </a:lnTo>
                  <a:lnTo>
                    <a:pt x="9036" y="7502"/>
                  </a:lnTo>
                  <a:lnTo>
                    <a:pt x="8939" y="7259"/>
                  </a:lnTo>
                  <a:lnTo>
                    <a:pt x="12130" y="4093"/>
                  </a:lnTo>
                </a:path>
              </a:pathLst>
            </a:custGeom>
            <a:noFill/>
            <a:ln w="952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" name="Shape 194"/>
            <p:cNvSpPr/>
            <p:nvPr/>
          </p:nvSpPr>
          <p:spPr>
            <a:xfrm>
              <a:off x="2814912" y="1754062"/>
              <a:ext cx="49950" cy="49950"/>
            </a:xfrm>
            <a:custGeom>
              <a:avLst/>
              <a:gdLst/>
              <a:ahLst/>
              <a:cxnLst/>
              <a:rect l="0" t="0" r="0" b="0"/>
              <a:pathLst>
                <a:path w="1998" h="1998" fill="none" extrusionOk="0">
                  <a:moveTo>
                    <a:pt x="1" y="1997"/>
                  </a:moveTo>
                  <a:lnTo>
                    <a:pt x="1998" y="0"/>
                  </a:lnTo>
                </a:path>
              </a:pathLst>
            </a:custGeom>
            <a:noFill/>
            <a:ln w="952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13280" y="2328209"/>
            <a:ext cx="1064139" cy="1359732"/>
          </a:xfrm>
          <a:prstGeom prst="rect">
            <a:avLst/>
          </a:prstGeom>
          <a:solidFill>
            <a:srgbClr val="FF0000"/>
          </a:solidFill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60159" y="3325890"/>
            <a:ext cx="545352" cy="545352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784" t="7856" r="8889" b="13592"/>
          <a:stretch/>
        </p:blipFill>
        <p:spPr>
          <a:xfrm>
            <a:off x="4134712" y="2337866"/>
            <a:ext cx="1339417" cy="1350075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52633" y="3325890"/>
            <a:ext cx="545352" cy="545352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783"/>
          <a:stretch/>
        </p:blipFill>
        <p:spPr>
          <a:xfrm>
            <a:off x="6474026" y="2095223"/>
            <a:ext cx="953328" cy="1825703"/>
          </a:xfrm>
          <a:prstGeom prst="rect">
            <a:avLst/>
          </a:prstGeom>
        </p:spPr>
      </p:pic>
      <p:pic>
        <p:nvPicPr>
          <p:cNvPr id="20" name="Picture 1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52720" y="3415265"/>
            <a:ext cx="545352" cy="545352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81129" y="2676713"/>
            <a:ext cx="649177" cy="64917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60127" y="3008074"/>
            <a:ext cx="427797" cy="20363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Shape 153"/>
          <p:cNvSpPr txBox="1">
            <a:spLocks noGrp="1"/>
          </p:cNvSpPr>
          <p:nvPr>
            <p:ph type="title"/>
          </p:nvPr>
        </p:nvSpPr>
        <p:spPr>
          <a:xfrm>
            <a:off x="1381250" y="922668"/>
            <a:ext cx="3878400" cy="43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Solusi?</a:t>
            </a:r>
            <a:endParaRPr dirty="0"/>
          </a:p>
        </p:txBody>
      </p:sp>
      <p:grpSp>
        <p:nvGrpSpPr>
          <p:cNvPr id="157" name="Shape 157"/>
          <p:cNvGrpSpPr/>
          <p:nvPr/>
        </p:nvGrpSpPr>
        <p:grpSpPr>
          <a:xfrm>
            <a:off x="916458" y="1019750"/>
            <a:ext cx="214625" cy="214625"/>
            <a:chOff x="2594050" y="1631825"/>
            <a:chExt cx="439625" cy="439625"/>
          </a:xfrm>
        </p:grpSpPr>
        <p:sp>
          <p:nvSpPr>
            <p:cNvPr id="158" name="Shape 158"/>
            <p:cNvSpPr/>
            <p:nvPr/>
          </p:nvSpPr>
          <p:spPr>
            <a:xfrm>
              <a:off x="2594050" y="1883300"/>
              <a:ext cx="188175" cy="188150"/>
            </a:xfrm>
            <a:custGeom>
              <a:avLst/>
              <a:gdLst/>
              <a:ahLst/>
              <a:cxnLst/>
              <a:rect l="0" t="0" r="0" b="0"/>
              <a:pathLst>
                <a:path w="7527" h="7526" fill="none" extrusionOk="0">
                  <a:moveTo>
                    <a:pt x="5992" y="0"/>
                  </a:moveTo>
                  <a:lnTo>
                    <a:pt x="537" y="6430"/>
                  </a:lnTo>
                  <a:lnTo>
                    <a:pt x="1" y="7526"/>
                  </a:lnTo>
                  <a:lnTo>
                    <a:pt x="1097" y="6990"/>
                  </a:lnTo>
                  <a:lnTo>
                    <a:pt x="7526" y="1534"/>
                  </a:lnTo>
                  <a:lnTo>
                    <a:pt x="5992" y="0"/>
                  </a:lnTo>
                  <a:close/>
                </a:path>
              </a:pathLst>
            </a:custGeom>
            <a:noFill/>
            <a:ln w="952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" name="Shape 159"/>
            <p:cNvSpPr/>
            <p:nvPr/>
          </p:nvSpPr>
          <p:spPr>
            <a:xfrm>
              <a:off x="2857700" y="1631825"/>
              <a:ext cx="175975" cy="176000"/>
            </a:xfrm>
            <a:custGeom>
              <a:avLst/>
              <a:gdLst/>
              <a:ahLst/>
              <a:cxnLst/>
              <a:rect l="0" t="0" r="0" b="0"/>
              <a:pathLst>
                <a:path w="7039" h="7040" fill="none" extrusionOk="0">
                  <a:moveTo>
                    <a:pt x="268" y="2704"/>
                  </a:moveTo>
                  <a:lnTo>
                    <a:pt x="4336" y="6771"/>
                  </a:lnTo>
                  <a:lnTo>
                    <a:pt x="4336" y="6771"/>
                  </a:lnTo>
                  <a:lnTo>
                    <a:pt x="4336" y="6771"/>
                  </a:lnTo>
                  <a:lnTo>
                    <a:pt x="4652" y="6917"/>
                  </a:lnTo>
                  <a:lnTo>
                    <a:pt x="4993" y="7015"/>
                  </a:lnTo>
                  <a:lnTo>
                    <a:pt x="5310" y="7039"/>
                  </a:lnTo>
                  <a:lnTo>
                    <a:pt x="5651" y="7039"/>
                  </a:lnTo>
                  <a:lnTo>
                    <a:pt x="5992" y="6966"/>
                  </a:lnTo>
                  <a:lnTo>
                    <a:pt x="6308" y="6844"/>
                  </a:lnTo>
                  <a:lnTo>
                    <a:pt x="6454" y="6747"/>
                  </a:lnTo>
                  <a:lnTo>
                    <a:pt x="6601" y="6674"/>
                  </a:lnTo>
                  <a:lnTo>
                    <a:pt x="6747" y="6552"/>
                  </a:lnTo>
                  <a:lnTo>
                    <a:pt x="6893" y="6430"/>
                  </a:lnTo>
                  <a:lnTo>
                    <a:pt x="6893" y="6430"/>
                  </a:lnTo>
                  <a:lnTo>
                    <a:pt x="6942" y="6357"/>
                  </a:lnTo>
                  <a:lnTo>
                    <a:pt x="7015" y="6260"/>
                  </a:lnTo>
                  <a:lnTo>
                    <a:pt x="7039" y="6138"/>
                  </a:lnTo>
                  <a:lnTo>
                    <a:pt x="7039" y="6041"/>
                  </a:lnTo>
                  <a:lnTo>
                    <a:pt x="7039" y="6041"/>
                  </a:lnTo>
                  <a:lnTo>
                    <a:pt x="7039" y="5943"/>
                  </a:lnTo>
                  <a:lnTo>
                    <a:pt x="7015" y="5846"/>
                  </a:lnTo>
                  <a:lnTo>
                    <a:pt x="6942" y="5748"/>
                  </a:lnTo>
                  <a:lnTo>
                    <a:pt x="6893" y="5651"/>
                  </a:lnTo>
                  <a:lnTo>
                    <a:pt x="1389" y="147"/>
                  </a:lnTo>
                  <a:lnTo>
                    <a:pt x="1389" y="147"/>
                  </a:lnTo>
                  <a:lnTo>
                    <a:pt x="1291" y="98"/>
                  </a:lnTo>
                  <a:lnTo>
                    <a:pt x="1194" y="25"/>
                  </a:lnTo>
                  <a:lnTo>
                    <a:pt x="1096" y="0"/>
                  </a:lnTo>
                  <a:lnTo>
                    <a:pt x="999" y="0"/>
                  </a:lnTo>
                  <a:lnTo>
                    <a:pt x="999" y="0"/>
                  </a:lnTo>
                  <a:lnTo>
                    <a:pt x="902" y="0"/>
                  </a:lnTo>
                  <a:lnTo>
                    <a:pt x="780" y="25"/>
                  </a:lnTo>
                  <a:lnTo>
                    <a:pt x="682" y="98"/>
                  </a:lnTo>
                  <a:lnTo>
                    <a:pt x="609" y="147"/>
                  </a:lnTo>
                  <a:lnTo>
                    <a:pt x="609" y="147"/>
                  </a:lnTo>
                  <a:lnTo>
                    <a:pt x="487" y="293"/>
                  </a:lnTo>
                  <a:lnTo>
                    <a:pt x="366" y="439"/>
                  </a:lnTo>
                  <a:lnTo>
                    <a:pt x="293" y="585"/>
                  </a:lnTo>
                  <a:lnTo>
                    <a:pt x="195" y="731"/>
                  </a:lnTo>
                  <a:lnTo>
                    <a:pt x="73" y="1048"/>
                  </a:lnTo>
                  <a:lnTo>
                    <a:pt x="0" y="1389"/>
                  </a:lnTo>
                  <a:lnTo>
                    <a:pt x="0" y="1730"/>
                  </a:lnTo>
                  <a:lnTo>
                    <a:pt x="25" y="2046"/>
                  </a:lnTo>
                  <a:lnTo>
                    <a:pt x="122" y="2387"/>
                  </a:lnTo>
                  <a:lnTo>
                    <a:pt x="268" y="2704"/>
                  </a:lnTo>
                  <a:lnTo>
                    <a:pt x="268" y="2704"/>
                  </a:lnTo>
                  <a:close/>
                </a:path>
              </a:pathLst>
            </a:custGeom>
            <a:noFill/>
            <a:ln w="952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" name="Shape 160"/>
            <p:cNvSpPr/>
            <p:nvPr/>
          </p:nvSpPr>
          <p:spPr>
            <a:xfrm>
              <a:off x="2662850" y="1699400"/>
              <a:ext cx="303250" cy="303250"/>
            </a:xfrm>
            <a:custGeom>
              <a:avLst/>
              <a:gdLst/>
              <a:ahLst/>
              <a:cxnLst/>
              <a:rect l="0" t="0" r="0" b="0"/>
              <a:pathLst>
                <a:path w="12130" h="12130" fill="none" extrusionOk="0">
                  <a:moveTo>
                    <a:pt x="8038" y="1"/>
                  </a:moveTo>
                  <a:lnTo>
                    <a:pt x="4872" y="3191"/>
                  </a:lnTo>
                  <a:lnTo>
                    <a:pt x="4872" y="3191"/>
                  </a:lnTo>
                  <a:lnTo>
                    <a:pt x="4628" y="3094"/>
                  </a:lnTo>
                  <a:lnTo>
                    <a:pt x="4385" y="2997"/>
                  </a:lnTo>
                  <a:lnTo>
                    <a:pt x="4092" y="2899"/>
                  </a:lnTo>
                  <a:lnTo>
                    <a:pt x="3800" y="2850"/>
                  </a:lnTo>
                  <a:lnTo>
                    <a:pt x="3484" y="2777"/>
                  </a:lnTo>
                  <a:lnTo>
                    <a:pt x="3167" y="2729"/>
                  </a:lnTo>
                  <a:lnTo>
                    <a:pt x="2850" y="2704"/>
                  </a:lnTo>
                  <a:lnTo>
                    <a:pt x="2534" y="2704"/>
                  </a:lnTo>
                  <a:lnTo>
                    <a:pt x="2534" y="2704"/>
                  </a:lnTo>
                  <a:lnTo>
                    <a:pt x="2241" y="2704"/>
                  </a:lnTo>
                  <a:lnTo>
                    <a:pt x="1949" y="2729"/>
                  </a:lnTo>
                  <a:lnTo>
                    <a:pt x="1633" y="2777"/>
                  </a:lnTo>
                  <a:lnTo>
                    <a:pt x="1316" y="2850"/>
                  </a:lnTo>
                  <a:lnTo>
                    <a:pt x="999" y="2972"/>
                  </a:lnTo>
                  <a:lnTo>
                    <a:pt x="707" y="3094"/>
                  </a:lnTo>
                  <a:lnTo>
                    <a:pt x="415" y="3289"/>
                  </a:lnTo>
                  <a:lnTo>
                    <a:pt x="147" y="3508"/>
                  </a:lnTo>
                  <a:lnTo>
                    <a:pt x="147" y="3508"/>
                  </a:lnTo>
                  <a:lnTo>
                    <a:pt x="74" y="3581"/>
                  </a:lnTo>
                  <a:lnTo>
                    <a:pt x="25" y="3678"/>
                  </a:lnTo>
                  <a:lnTo>
                    <a:pt x="1" y="3776"/>
                  </a:lnTo>
                  <a:lnTo>
                    <a:pt x="1" y="3898"/>
                  </a:lnTo>
                  <a:lnTo>
                    <a:pt x="1" y="3898"/>
                  </a:lnTo>
                  <a:lnTo>
                    <a:pt x="1" y="3995"/>
                  </a:lnTo>
                  <a:lnTo>
                    <a:pt x="25" y="4093"/>
                  </a:lnTo>
                  <a:lnTo>
                    <a:pt x="74" y="4190"/>
                  </a:lnTo>
                  <a:lnTo>
                    <a:pt x="147" y="4287"/>
                  </a:lnTo>
                  <a:lnTo>
                    <a:pt x="7843" y="11984"/>
                  </a:lnTo>
                  <a:lnTo>
                    <a:pt x="7843" y="11984"/>
                  </a:lnTo>
                  <a:lnTo>
                    <a:pt x="7941" y="12057"/>
                  </a:lnTo>
                  <a:lnTo>
                    <a:pt x="8038" y="12105"/>
                  </a:lnTo>
                  <a:lnTo>
                    <a:pt x="8135" y="12130"/>
                  </a:lnTo>
                  <a:lnTo>
                    <a:pt x="8233" y="12130"/>
                  </a:lnTo>
                  <a:lnTo>
                    <a:pt x="8233" y="12130"/>
                  </a:lnTo>
                  <a:lnTo>
                    <a:pt x="8355" y="12130"/>
                  </a:lnTo>
                  <a:lnTo>
                    <a:pt x="8452" y="12105"/>
                  </a:lnTo>
                  <a:lnTo>
                    <a:pt x="8549" y="12057"/>
                  </a:lnTo>
                  <a:lnTo>
                    <a:pt x="8622" y="11984"/>
                  </a:lnTo>
                  <a:lnTo>
                    <a:pt x="8622" y="11984"/>
                  </a:lnTo>
                  <a:lnTo>
                    <a:pt x="8842" y="11716"/>
                  </a:lnTo>
                  <a:lnTo>
                    <a:pt x="9036" y="11423"/>
                  </a:lnTo>
                  <a:lnTo>
                    <a:pt x="9158" y="11131"/>
                  </a:lnTo>
                  <a:lnTo>
                    <a:pt x="9280" y="10814"/>
                  </a:lnTo>
                  <a:lnTo>
                    <a:pt x="9353" y="10498"/>
                  </a:lnTo>
                  <a:lnTo>
                    <a:pt x="9402" y="10181"/>
                  </a:lnTo>
                  <a:lnTo>
                    <a:pt x="9426" y="9889"/>
                  </a:lnTo>
                  <a:lnTo>
                    <a:pt x="9426" y="9597"/>
                  </a:lnTo>
                  <a:lnTo>
                    <a:pt x="9426" y="9597"/>
                  </a:lnTo>
                  <a:lnTo>
                    <a:pt x="9426" y="9280"/>
                  </a:lnTo>
                  <a:lnTo>
                    <a:pt x="9402" y="8964"/>
                  </a:lnTo>
                  <a:lnTo>
                    <a:pt x="9353" y="8647"/>
                  </a:lnTo>
                  <a:lnTo>
                    <a:pt x="9280" y="8330"/>
                  </a:lnTo>
                  <a:lnTo>
                    <a:pt x="9231" y="8038"/>
                  </a:lnTo>
                  <a:lnTo>
                    <a:pt x="9134" y="7746"/>
                  </a:lnTo>
                  <a:lnTo>
                    <a:pt x="9036" y="7502"/>
                  </a:lnTo>
                  <a:lnTo>
                    <a:pt x="8939" y="7259"/>
                  </a:lnTo>
                  <a:lnTo>
                    <a:pt x="12130" y="4093"/>
                  </a:lnTo>
                </a:path>
              </a:pathLst>
            </a:custGeom>
            <a:noFill/>
            <a:ln w="952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" name="Shape 161"/>
            <p:cNvSpPr/>
            <p:nvPr/>
          </p:nvSpPr>
          <p:spPr>
            <a:xfrm>
              <a:off x="2814912" y="1754062"/>
              <a:ext cx="49950" cy="49950"/>
            </a:xfrm>
            <a:custGeom>
              <a:avLst/>
              <a:gdLst/>
              <a:ahLst/>
              <a:cxnLst/>
              <a:rect l="0" t="0" r="0" b="0"/>
              <a:pathLst>
                <a:path w="1998" h="1998" fill="none" extrusionOk="0">
                  <a:moveTo>
                    <a:pt x="1" y="1997"/>
                  </a:moveTo>
                  <a:lnTo>
                    <a:pt x="1998" y="0"/>
                  </a:lnTo>
                </a:path>
              </a:pathLst>
            </a:custGeom>
            <a:noFill/>
            <a:ln w="952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14" name="Picture 2" descr="https://thumbs.dreamstime.com/z/cartoon-man-using-computer-4142338.jpg"/>
          <p:cNvPicPr>
            <a:picLocks noChangeAspect="1" noChangeArrowheads="1"/>
          </p:cNvPicPr>
          <p:nvPr/>
        </p:nvPicPr>
        <p:blipFill>
          <a:blip r:embed="rId3" cstate="print"/>
          <a:srcRect l="1786" t="1669" r="1786" b="9883"/>
          <a:stretch>
            <a:fillRect/>
          </a:stretch>
        </p:blipFill>
        <p:spPr bwMode="auto">
          <a:xfrm>
            <a:off x="3270610" y="1817235"/>
            <a:ext cx="2247687" cy="2206063"/>
          </a:xfrm>
          <a:prstGeom prst="rect">
            <a:avLst/>
          </a:prstGeom>
          <a:noFill/>
        </p:spPr>
      </p:pic>
      <p:sp>
        <p:nvSpPr>
          <p:cNvPr id="15" name="Rounded Rectangle 14"/>
          <p:cNvSpPr/>
          <p:nvPr/>
        </p:nvSpPr>
        <p:spPr>
          <a:xfrm>
            <a:off x="2901553" y="3433413"/>
            <a:ext cx="2985799" cy="589885"/>
          </a:xfrm>
          <a:prstGeom prst="roundRect">
            <a:avLst/>
          </a:prstGeom>
          <a:ln>
            <a:solidFill>
              <a:srgbClr val="FFC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Online </a:t>
            </a:r>
            <a:r>
              <a:rPr lang="en-US" dirty="0" err="1" smtClean="0"/>
              <a:t>Webform</a:t>
            </a:r>
            <a:r>
              <a:rPr lang="en-US" dirty="0" smtClean="0"/>
              <a:t> Application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08143" y="2391912"/>
            <a:ext cx="779209" cy="8120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9518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Shape 153"/>
          <p:cNvSpPr txBox="1">
            <a:spLocks noGrp="1"/>
          </p:cNvSpPr>
          <p:nvPr>
            <p:ph type="title"/>
          </p:nvPr>
        </p:nvSpPr>
        <p:spPr>
          <a:xfrm>
            <a:off x="1381250" y="922668"/>
            <a:ext cx="3878400" cy="43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Manfaat</a:t>
            </a:r>
            <a:endParaRPr dirty="0"/>
          </a:p>
        </p:txBody>
      </p:sp>
      <p:sp>
        <p:nvSpPr>
          <p:cNvPr id="154" name="Shape 154"/>
          <p:cNvSpPr txBox="1">
            <a:spLocks noGrp="1"/>
          </p:cNvSpPr>
          <p:nvPr>
            <p:ph type="body" idx="1"/>
          </p:nvPr>
        </p:nvSpPr>
        <p:spPr>
          <a:xfrm>
            <a:off x="1381250" y="1651075"/>
            <a:ext cx="2334000" cy="134730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b="1" dirty="0" smtClean="0">
                <a:highlight>
                  <a:srgbClr val="FFCD00"/>
                </a:highlight>
              </a:rPr>
              <a:t>1</a:t>
            </a:r>
            <a:endParaRPr b="1" dirty="0">
              <a:highlight>
                <a:srgbClr val="FFCD00"/>
              </a:highlight>
            </a:endParaRPr>
          </a:p>
          <a:p>
            <a:pPr marL="0" lvl="0" indent="0">
              <a:spcBef>
                <a:spcPts val="600"/>
              </a:spcBef>
              <a:spcAft>
                <a:spcPts val="0"/>
              </a:spcAft>
              <a:buNone/>
            </a:pPr>
            <a:r>
              <a:rPr lang="en" dirty="0" smtClean="0"/>
              <a:t>Mudah membuat form pengajuan</a:t>
            </a:r>
            <a:endParaRPr dirty="0"/>
          </a:p>
        </p:txBody>
      </p:sp>
      <p:sp>
        <p:nvSpPr>
          <p:cNvPr id="155" name="Shape 155"/>
          <p:cNvSpPr txBox="1">
            <a:spLocks noGrp="1"/>
          </p:cNvSpPr>
          <p:nvPr>
            <p:ph type="body" idx="2"/>
          </p:nvPr>
        </p:nvSpPr>
        <p:spPr>
          <a:xfrm>
            <a:off x="3834912" y="1651075"/>
            <a:ext cx="2334000" cy="134730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b="1" dirty="0" smtClean="0">
                <a:highlight>
                  <a:srgbClr val="FFCD00"/>
                </a:highlight>
              </a:rPr>
              <a:t>2</a:t>
            </a:r>
            <a:endParaRPr b="1" dirty="0">
              <a:highlight>
                <a:srgbClr val="FFCD00"/>
              </a:highlight>
            </a:endParaRPr>
          </a:p>
          <a:p>
            <a:pPr marL="0" lvl="0" indent="0">
              <a:spcBef>
                <a:spcPts val="600"/>
              </a:spcBef>
              <a:spcAft>
                <a:spcPts val="0"/>
              </a:spcAft>
              <a:buNone/>
            </a:pPr>
            <a:r>
              <a:rPr lang="en" dirty="0" smtClean="0"/>
              <a:t>Mengurangi penggunaan kertas</a:t>
            </a:r>
            <a:endParaRPr dirty="0"/>
          </a:p>
        </p:txBody>
      </p:sp>
      <p:sp>
        <p:nvSpPr>
          <p:cNvPr id="156" name="Shape 156"/>
          <p:cNvSpPr txBox="1">
            <a:spLocks noGrp="1"/>
          </p:cNvSpPr>
          <p:nvPr>
            <p:ph type="body" idx="3"/>
          </p:nvPr>
        </p:nvSpPr>
        <p:spPr>
          <a:xfrm>
            <a:off x="6288573" y="1651075"/>
            <a:ext cx="2334000" cy="134730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b="1" dirty="0" smtClean="0">
                <a:highlight>
                  <a:srgbClr val="FFCD00"/>
                </a:highlight>
              </a:rPr>
              <a:t>3</a:t>
            </a:r>
            <a:endParaRPr b="1" dirty="0">
              <a:highlight>
                <a:srgbClr val="FFCD00"/>
              </a:highlight>
            </a:endParaRPr>
          </a:p>
          <a:p>
            <a:pPr marL="0" lvl="0" indent="0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dirty="0" smtClean="0"/>
              <a:t>Data </a:t>
            </a:r>
            <a:r>
              <a:rPr lang="en-US" dirty="0" err="1" smtClean="0"/>
              <a:t>lebih</a:t>
            </a:r>
            <a:r>
              <a:rPr lang="en-US" dirty="0" smtClean="0"/>
              <a:t> </a:t>
            </a:r>
            <a:r>
              <a:rPr lang="en-US" dirty="0" err="1" smtClean="0"/>
              <a:t>mudah</a:t>
            </a:r>
            <a:r>
              <a:rPr lang="en-US" dirty="0" smtClean="0"/>
              <a:t> </a:t>
            </a:r>
            <a:r>
              <a:rPr lang="en-US" dirty="0" err="1" smtClean="0"/>
              <a:t>diakses</a:t>
            </a:r>
            <a:endParaRPr dirty="0"/>
          </a:p>
          <a:p>
            <a:pPr marL="0" lvl="0" indent="0">
              <a:spcBef>
                <a:spcPts val="600"/>
              </a:spcBef>
              <a:spcAft>
                <a:spcPts val="0"/>
              </a:spcAft>
              <a:buNone/>
            </a:pPr>
            <a:endParaRPr dirty="0"/>
          </a:p>
        </p:txBody>
      </p:sp>
      <p:grpSp>
        <p:nvGrpSpPr>
          <p:cNvPr id="157" name="Shape 157"/>
          <p:cNvGrpSpPr/>
          <p:nvPr/>
        </p:nvGrpSpPr>
        <p:grpSpPr>
          <a:xfrm>
            <a:off x="916458" y="1019750"/>
            <a:ext cx="214625" cy="214625"/>
            <a:chOff x="2594050" y="1631825"/>
            <a:chExt cx="439625" cy="439625"/>
          </a:xfrm>
        </p:grpSpPr>
        <p:sp>
          <p:nvSpPr>
            <p:cNvPr id="158" name="Shape 158"/>
            <p:cNvSpPr/>
            <p:nvPr/>
          </p:nvSpPr>
          <p:spPr>
            <a:xfrm>
              <a:off x="2594050" y="1883300"/>
              <a:ext cx="188175" cy="188150"/>
            </a:xfrm>
            <a:custGeom>
              <a:avLst/>
              <a:gdLst/>
              <a:ahLst/>
              <a:cxnLst/>
              <a:rect l="0" t="0" r="0" b="0"/>
              <a:pathLst>
                <a:path w="7527" h="7526" fill="none" extrusionOk="0">
                  <a:moveTo>
                    <a:pt x="5992" y="0"/>
                  </a:moveTo>
                  <a:lnTo>
                    <a:pt x="537" y="6430"/>
                  </a:lnTo>
                  <a:lnTo>
                    <a:pt x="1" y="7526"/>
                  </a:lnTo>
                  <a:lnTo>
                    <a:pt x="1097" y="6990"/>
                  </a:lnTo>
                  <a:lnTo>
                    <a:pt x="7526" y="1534"/>
                  </a:lnTo>
                  <a:lnTo>
                    <a:pt x="5992" y="0"/>
                  </a:lnTo>
                  <a:close/>
                </a:path>
              </a:pathLst>
            </a:custGeom>
            <a:noFill/>
            <a:ln w="952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" name="Shape 159"/>
            <p:cNvSpPr/>
            <p:nvPr/>
          </p:nvSpPr>
          <p:spPr>
            <a:xfrm>
              <a:off x="2857700" y="1631825"/>
              <a:ext cx="175975" cy="176000"/>
            </a:xfrm>
            <a:custGeom>
              <a:avLst/>
              <a:gdLst/>
              <a:ahLst/>
              <a:cxnLst/>
              <a:rect l="0" t="0" r="0" b="0"/>
              <a:pathLst>
                <a:path w="7039" h="7040" fill="none" extrusionOk="0">
                  <a:moveTo>
                    <a:pt x="268" y="2704"/>
                  </a:moveTo>
                  <a:lnTo>
                    <a:pt x="4336" y="6771"/>
                  </a:lnTo>
                  <a:lnTo>
                    <a:pt x="4336" y="6771"/>
                  </a:lnTo>
                  <a:lnTo>
                    <a:pt x="4336" y="6771"/>
                  </a:lnTo>
                  <a:lnTo>
                    <a:pt x="4652" y="6917"/>
                  </a:lnTo>
                  <a:lnTo>
                    <a:pt x="4993" y="7015"/>
                  </a:lnTo>
                  <a:lnTo>
                    <a:pt x="5310" y="7039"/>
                  </a:lnTo>
                  <a:lnTo>
                    <a:pt x="5651" y="7039"/>
                  </a:lnTo>
                  <a:lnTo>
                    <a:pt x="5992" y="6966"/>
                  </a:lnTo>
                  <a:lnTo>
                    <a:pt x="6308" y="6844"/>
                  </a:lnTo>
                  <a:lnTo>
                    <a:pt x="6454" y="6747"/>
                  </a:lnTo>
                  <a:lnTo>
                    <a:pt x="6601" y="6674"/>
                  </a:lnTo>
                  <a:lnTo>
                    <a:pt x="6747" y="6552"/>
                  </a:lnTo>
                  <a:lnTo>
                    <a:pt x="6893" y="6430"/>
                  </a:lnTo>
                  <a:lnTo>
                    <a:pt x="6893" y="6430"/>
                  </a:lnTo>
                  <a:lnTo>
                    <a:pt x="6942" y="6357"/>
                  </a:lnTo>
                  <a:lnTo>
                    <a:pt x="7015" y="6260"/>
                  </a:lnTo>
                  <a:lnTo>
                    <a:pt x="7039" y="6138"/>
                  </a:lnTo>
                  <a:lnTo>
                    <a:pt x="7039" y="6041"/>
                  </a:lnTo>
                  <a:lnTo>
                    <a:pt x="7039" y="6041"/>
                  </a:lnTo>
                  <a:lnTo>
                    <a:pt x="7039" y="5943"/>
                  </a:lnTo>
                  <a:lnTo>
                    <a:pt x="7015" y="5846"/>
                  </a:lnTo>
                  <a:lnTo>
                    <a:pt x="6942" y="5748"/>
                  </a:lnTo>
                  <a:lnTo>
                    <a:pt x="6893" y="5651"/>
                  </a:lnTo>
                  <a:lnTo>
                    <a:pt x="1389" y="147"/>
                  </a:lnTo>
                  <a:lnTo>
                    <a:pt x="1389" y="147"/>
                  </a:lnTo>
                  <a:lnTo>
                    <a:pt x="1291" y="98"/>
                  </a:lnTo>
                  <a:lnTo>
                    <a:pt x="1194" y="25"/>
                  </a:lnTo>
                  <a:lnTo>
                    <a:pt x="1096" y="0"/>
                  </a:lnTo>
                  <a:lnTo>
                    <a:pt x="999" y="0"/>
                  </a:lnTo>
                  <a:lnTo>
                    <a:pt x="999" y="0"/>
                  </a:lnTo>
                  <a:lnTo>
                    <a:pt x="902" y="0"/>
                  </a:lnTo>
                  <a:lnTo>
                    <a:pt x="780" y="25"/>
                  </a:lnTo>
                  <a:lnTo>
                    <a:pt x="682" y="98"/>
                  </a:lnTo>
                  <a:lnTo>
                    <a:pt x="609" y="147"/>
                  </a:lnTo>
                  <a:lnTo>
                    <a:pt x="609" y="147"/>
                  </a:lnTo>
                  <a:lnTo>
                    <a:pt x="487" y="293"/>
                  </a:lnTo>
                  <a:lnTo>
                    <a:pt x="366" y="439"/>
                  </a:lnTo>
                  <a:lnTo>
                    <a:pt x="293" y="585"/>
                  </a:lnTo>
                  <a:lnTo>
                    <a:pt x="195" y="731"/>
                  </a:lnTo>
                  <a:lnTo>
                    <a:pt x="73" y="1048"/>
                  </a:lnTo>
                  <a:lnTo>
                    <a:pt x="0" y="1389"/>
                  </a:lnTo>
                  <a:lnTo>
                    <a:pt x="0" y="1730"/>
                  </a:lnTo>
                  <a:lnTo>
                    <a:pt x="25" y="2046"/>
                  </a:lnTo>
                  <a:lnTo>
                    <a:pt x="122" y="2387"/>
                  </a:lnTo>
                  <a:lnTo>
                    <a:pt x="268" y="2704"/>
                  </a:lnTo>
                  <a:lnTo>
                    <a:pt x="268" y="2704"/>
                  </a:lnTo>
                  <a:close/>
                </a:path>
              </a:pathLst>
            </a:custGeom>
            <a:noFill/>
            <a:ln w="952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" name="Shape 160"/>
            <p:cNvSpPr/>
            <p:nvPr/>
          </p:nvSpPr>
          <p:spPr>
            <a:xfrm>
              <a:off x="2662850" y="1699400"/>
              <a:ext cx="303250" cy="303250"/>
            </a:xfrm>
            <a:custGeom>
              <a:avLst/>
              <a:gdLst/>
              <a:ahLst/>
              <a:cxnLst/>
              <a:rect l="0" t="0" r="0" b="0"/>
              <a:pathLst>
                <a:path w="12130" h="12130" fill="none" extrusionOk="0">
                  <a:moveTo>
                    <a:pt x="8038" y="1"/>
                  </a:moveTo>
                  <a:lnTo>
                    <a:pt x="4872" y="3191"/>
                  </a:lnTo>
                  <a:lnTo>
                    <a:pt x="4872" y="3191"/>
                  </a:lnTo>
                  <a:lnTo>
                    <a:pt x="4628" y="3094"/>
                  </a:lnTo>
                  <a:lnTo>
                    <a:pt x="4385" y="2997"/>
                  </a:lnTo>
                  <a:lnTo>
                    <a:pt x="4092" y="2899"/>
                  </a:lnTo>
                  <a:lnTo>
                    <a:pt x="3800" y="2850"/>
                  </a:lnTo>
                  <a:lnTo>
                    <a:pt x="3484" y="2777"/>
                  </a:lnTo>
                  <a:lnTo>
                    <a:pt x="3167" y="2729"/>
                  </a:lnTo>
                  <a:lnTo>
                    <a:pt x="2850" y="2704"/>
                  </a:lnTo>
                  <a:lnTo>
                    <a:pt x="2534" y="2704"/>
                  </a:lnTo>
                  <a:lnTo>
                    <a:pt x="2534" y="2704"/>
                  </a:lnTo>
                  <a:lnTo>
                    <a:pt x="2241" y="2704"/>
                  </a:lnTo>
                  <a:lnTo>
                    <a:pt x="1949" y="2729"/>
                  </a:lnTo>
                  <a:lnTo>
                    <a:pt x="1633" y="2777"/>
                  </a:lnTo>
                  <a:lnTo>
                    <a:pt x="1316" y="2850"/>
                  </a:lnTo>
                  <a:lnTo>
                    <a:pt x="999" y="2972"/>
                  </a:lnTo>
                  <a:lnTo>
                    <a:pt x="707" y="3094"/>
                  </a:lnTo>
                  <a:lnTo>
                    <a:pt x="415" y="3289"/>
                  </a:lnTo>
                  <a:lnTo>
                    <a:pt x="147" y="3508"/>
                  </a:lnTo>
                  <a:lnTo>
                    <a:pt x="147" y="3508"/>
                  </a:lnTo>
                  <a:lnTo>
                    <a:pt x="74" y="3581"/>
                  </a:lnTo>
                  <a:lnTo>
                    <a:pt x="25" y="3678"/>
                  </a:lnTo>
                  <a:lnTo>
                    <a:pt x="1" y="3776"/>
                  </a:lnTo>
                  <a:lnTo>
                    <a:pt x="1" y="3898"/>
                  </a:lnTo>
                  <a:lnTo>
                    <a:pt x="1" y="3898"/>
                  </a:lnTo>
                  <a:lnTo>
                    <a:pt x="1" y="3995"/>
                  </a:lnTo>
                  <a:lnTo>
                    <a:pt x="25" y="4093"/>
                  </a:lnTo>
                  <a:lnTo>
                    <a:pt x="74" y="4190"/>
                  </a:lnTo>
                  <a:lnTo>
                    <a:pt x="147" y="4287"/>
                  </a:lnTo>
                  <a:lnTo>
                    <a:pt x="7843" y="11984"/>
                  </a:lnTo>
                  <a:lnTo>
                    <a:pt x="7843" y="11984"/>
                  </a:lnTo>
                  <a:lnTo>
                    <a:pt x="7941" y="12057"/>
                  </a:lnTo>
                  <a:lnTo>
                    <a:pt x="8038" y="12105"/>
                  </a:lnTo>
                  <a:lnTo>
                    <a:pt x="8135" y="12130"/>
                  </a:lnTo>
                  <a:lnTo>
                    <a:pt x="8233" y="12130"/>
                  </a:lnTo>
                  <a:lnTo>
                    <a:pt x="8233" y="12130"/>
                  </a:lnTo>
                  <a:lnTo>
                    <a:pt x="8355" y="12130"/>
                  </a:lnTo>
                  <a:lnTo>
                    <a:pt x="8452" y="12105"/>
                  </a:lnTo>
                  <a:lnTo>
                    <a:pt x="8549" y="12057"/>
                  </a:lnTo>
                  <a:lnTo>
                    <a:pt x="8622" y="11984"/>
                  </a:lnTo>
                  <a:lnTo>
                    <a:pt x="8622" y="11984"/>
                  </a:lnTo>
                  <a:lnTo>
                    <a:pt x="8842" y="11716"/>
                  </a:lnTo>
                  <a:lnTo>
                    <a:pt x="9036" y="11423"/>
                  </a:lnTo>
                  <a:lnTo>
                    <a:pt x="9158" y="11131"/>
                  </a:lnTo>
                  <a:lnTo>
                    <a:pt x="9280" y="10814"/>
                  </a:lnTo>
                  <a:lnTo>
                    <a:pt x="9353" y="10498"/>
                  </a:lnTo>
                  <a:lnTo>
                    <a:pt x="9402" y="10181"/>
                  </a:lnTo>
                  <a:lnTo>
                    <a:pt x="9426" y="9889"/>
                  </a:lnTo>
                  <a:lnTo>
                    <a:pt x="9426" y="9597"/>
                  </a:lnTo>
                  <a:lnTo>
                    <a:pt x="9426" y="9597"/>
                  </a:lnTo>
                  <a:lnTo>
                    <a:pt x="9426" y="9280"/>
                  </a:lnTo>
                  <a:lnTo>
                    <a:pt x="9402" y="8964"/>
                  </a:lnTo>
                  <a:lnTo>
                    <a:pt x="9353" y="8647"/>
                  </a:lnTo>
                  <a:lnTo>
                    <a:pt x="9280" y="8330"/>
                  </a:lnTo>
                  <a:lnTo>
                    <a:pt x="9231" y="8038"/>
                  </a:lnTo>
                  <a:lnTo>
                    <a:pt x="9134" y="7746"/>
                  </a:lnTo>
                  <a:lnTo>
                    <a:pt x="9036" y="7502"/>
                  </a:lnTo>
                  <a:lnTo>
                    <a:pt x="8939" y="7259"/>
                  </a:lnTo>
                  <a:lnTo>
                    <a:pt x="12130" y="4093"/>
                  </a:lnTo>
                </a:path>
              </a:pathLst>
            </a:custGeom>
            <a:noFill/>
            <a:ln w="952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" name="Shape 161"/>
            <p:cNvSpPr/>
            <p:nvPr/>
          </p:nvSpPr>
          <p:spPr>
            <a:xfrm>
              <a:off x="2814912" y="1754062"/>
              <a:ext cx="49950" cy="49950"/>
            </a:xfrm>
            <a:custGeom>
              <a:avLst/>
              <a:gdLst/>
              <a:ahLst/>
              <a:cxnLst/>
              <a:rect l="0" t="0" r="0" b="0"/>
              <a:pathLst>
                <a:path w="1998" h="1998" fill="none" extrusionOk="0">
                  <a:moveTo>
                    <a:pt x="1" y="1997"/>
                  </a:moveTo>
                  <a:lnTo>
                    <a:pt x="1998" y="0"/>
                  </a:lnTo>
                </a:path>
              </a:pathLst>
            </a:custGeom>
            <a:noFill/>
            <a:ln w="952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38551099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Shape 294"/>
          <p:cNvSpPr txBox="1">
            <a:spLocks noGrp="1"/>
          </p:cNvSpPr>
          <p:nvPr>
            <p:ph type="title"/>
          </p:nvPr>
        </p:nvSpPr>
        <p:spPr>
          <a:xfrm>
            <a:off x="1381250" y="937125"/>
            <a:ext cx="3878400" cy="43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Flow Process </a:t>
            </a:r>
            <a:r>
              <a:rPr lang="en" u="sng" dirty="0" smtClean="0"/>
              <a:t>Baru</a:t>
            </a:r>
            <a:endParaRPr u="sng" dirty="0"/>
          </a:p>
        </p:txBody>
      </p:sp>
      <p:grpSp>
        <p:nvGrpSpPr>
          <p:cNvPr id="295" name="Shape 295"/>
          <p:cNvGrpSpPr/>
          <p:nvPr/>
        </p:nvGrpSpPr>
        <p:grpSpPr>
          <a:xfrm>
            <a:off x="916458" y="1019750"/>
            <a:ext cx="214625" cy="214625"/>
            <a:chOff x="2594050" y="1631825"/>
            <a:chExt cx="439625" cy="439625"/>
          </a:xfrm>
        </p:grpSpPr>
        <p:sp>
          <p:nvSpPr>
            <p:cNvPr id="296" name="Shape 296"/>
            <p:cNvSpPr/>
            <p:nvPr/>
          </p:nvSpPr>
          <p:spPr>
            <a:xfrm>
              <a:off x="2594050" y="1883300"/>
              <a:ext cx="188175" cy="188150"/>
            </a:xfrm>
            <a:custGeom>
              <a:avLst/>
              <a:gdLst/>
              <a:ahLst/>
              <a:cxnLst/>
              <a:rect l="0" t="0" r="0" b="0"/>
              <a:pathLst>
                <a:path w="7527" h="7526" fill="none" extrusionOk="0">
                  <a:moveTo>
                    <a:pt x="5992" y="0"/>
                  </a:moveTo>
                  <a:lnTo>
                    <a:pt x="537" y="6430"/>
                  </a:lnTo>
                  <a:lnTo>
                    <a:pt x="1" y="7526"/>
                  </a:lnTo>
                  <a:lnTo>
                    <a:pt x="1097" y="6990"/>
                  </a:lnTo>
                  <a:lnTo>
                    <a:pt x="7526" y="1534"/>
                  </a:lnTo>
                  <a:lnTo>
                    <a:pt x="5992" y="0"/>
                  </a:lnTo>
                  <a:close/>
                </a:path>
              </a:pathLst>
            </a:custGeom>
            <a:noFill/>
            <a:ln w="952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" name="Shape 297"/>
            <p:cNvSpPr/>
            <p:nvPr/>
          </p:nvSpPr>
          <p:spPr>
            <a:xfrm>
              <a:off x="2857700" y="1631825"/>
              <a:ext cx="175975" cy="176000"/>
            </a:xfrm>
            <a:custGeom>
              <a:avLst/>
              <a:gdLst/>
              <a:ahLst/>
              <a:cxnLst/>
              <a:rect l="0" t="0" r="0" b="0"/>
              <a:pathLst>
                <a:path w="7039" h="7040" fill="none" extrusionOk="0">
                  <a:moveTo>
                    <a:pt x="268" y="2704"/>
                  </a:moveTo>
                  <a:lnTo>
                    <a:pt x="4336" y="6771"/>
                  </a:lnTo>
                  <a:lnTo>
                    <a:pt x="4336" y="6771"/>
                  </a:lnTo>
                  <a:lnTo>
                    <a:pt x="4336" y="6771"/>
                  </a:lnTo>
                  <a:lnTo>
                    <a:pt x="4652" y="6917"/>
                  </a:lnTo>
                  <a:lnTo>
                    <a:pt x="4993" y="7015"/>
                  </a:lnTo>
                  <a:lnTo>
                    <a:pt x="5310" y="7039"/>
                  </a:lnTo>
                  <a:lnTo>
                    <a:pt x="5651" y="7039"/>
                  </a:lnTo>
                  <a:lnTo>
                    <a:pt x="5992" y="6966"/>
                  </a:lnTo>
                  <a:lnTo>
                    <a:pt x="6308" y="6844"/>
                  </a:lnTo>
                  <a:lnTo>
                    <a:pt x="6454" y="6747"/>
                  </a:lnTo>
                  <a:lnTo>
                    <a:pt x="6601" y="6674"/>
                  </a:lnTo>
                  <a:lnTo>
                    <a:pt x="6747" y="6552"/>
                  </a:lnTo>
                  <a:lnTo>
                    <a:pt x="6893" y="6430"/>
                  </a:lnTo>
                  <a:lnTo>
                    <a:pt x="6893" y="6430"/>
                  </a:lnTo>
                  <a:lnTo>
                    <a:pt x="6942" y="6357"/>
                  </a:lnTo>
                  <a:lnTo>
                    <a:pt x="7015" y="6260"/>
                  </a:lnTo>
                  <a:lnTo>
                    <a:pt x="7039" y="6138"/>
                  </a:lnTo>
                  <a:lnTo>
                    <a:pt x="7039" y="6041"/>
                  </a:lnTo>
                  <a:lnTo>
                    <a:pt x="7039" y="6041"/>
                  </a:lnTo>
                  <a:lnTo>
                    <a:pt x="7039" y="5943"/>
                  </a:lnTo>
                  <a:lnTo>
                    <a:pt x="7015" y="5846"/>
                  </a:lnTo>
                  <a:lnTo>
                    <a:pt x="6942" y="5748"/>
                  </a:lnTo>
                  <a:lnTo>
                    <a:pt x="6893" y="5651"/>
                  </a:lnTo>
                  <a:lnTo>
                    <a:pt x="1389" y="147"/>
                  </a:lnTo>
                  <a:lnTo>
                    <a:pt x="1389" y="147"/>
                  </a:lnTo>
                  <a:lnTo>
                    <a:pt x="1291" y="98"/>
                  </a:lnTo>
                  <a:lnTo>
                    <a:pt x="1194" y="25"/>
                  </a:lnTo>
                  <a:lnTo>
                    <a:pt x="1096" y="0"/>
                  </a:lnTo>
                  <a:lnTo>
                    <a:pt x="999" y="0"/>
                  </a:lnTo>
                  <a:lnTo>
                    <a:pt x="999" y="0"/>
                  </a:lnTo>
                  <a:lnTo>
                    <a:pt x="902" y="0"/>
                  </a:lnTo>
                  <a:lnTo>
                    <a:pt x="780" y="25"/>
                  </a:lnTo>
                  <a:lnTo>
                    <a:pt x="682" y="98"/>
                  </a:lnTo>
                  <a:lnTo>
                    <a:pt x="609" y="147"/>
                  </a:lnTo>
                  <a:lnTo>
                    <a:pt x="609" y="147"/>
                  </a:lnTo>
                  <a:lnTo>
                    <a:pt x="487" y="293"/>
                  </a:lnTo>
                  <a:lnTo>
                    <a:pt x="366" y="439"/>
                  </a:lnTo>
                  <a:lnTo>
                    <a:pt x="293" y="585"/>
                  </a:lnTo>
                  <a:lnTo>
                    <a:pt x="195" y="731"/>
                  </a:lnTo>
                  <a:lnTo>
                    <a:pt x="73" y="1048"/>
                  </a:lnTo>
                  <a:lnTo>
                    <a:pt x="0" y="1389"/>
                  </a:lnTo>
                  <a:lnTo>
                    <a:pt x="0" y="1730"/>
                  </a:lnTo>
                  <a:lnTo>
                    <a:pt x="25" y="2046"/>
                  </a:lnTo>
                  <a:lnTo>
                    <a:pt x="122" y="2387"/>
                  </a:lnTo>
                  <a:lnTo>
                    <a:pt x="268" y="2704"/>
                  </a:lnTo>
                  <a:lnTo>
                    <a:pt x="268" y="2704"/>
                  </a:lnTo>
                  <a:close/>
                </a:path>
              </a:pathLst>
            </a:custGeom>
            <a:noFill/>
            <a:ln w="952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" name="Shape 298"/>
            <p:cNvSpPr/>
            <p:nvPr/>
          </p:nvSpPr>
          <p:spPr>
            <a:xfrm>
              <a:off x="2662850" y="1699400"/>
              <a:ext cx="303250" cy="303250"/>
            </a:xfrm>
            <a:custGeom>
              <a:avLst/>
              <a:gdLst/>
              <a:ahLst/>
              <a:cxnLst/>
              <a:rect l="0" t="0" r="0" b="0"/>
              <a:pathLst>
                <a:path w="12130" h="12130" fill="none" extrusionOk="0">
                  <a:moveTo>
                    <a:pt x="8038" y="1"/>
                  </a:moveTo>
                  <a:lnTo>
                    <a:pt x="4872" y="3191"/>
                  </a:lnTo>
                  <a:lnTo>
                    <a:pt x="4872" y="3191"/>
                  </a:lnTo>
                  <a:lnTo>
                    <a:pt x="4628" y="3094"/>
                  </a:lnTo>
                  <a:lnTo>
                    <a:pt x="4385" y="2997"/>
                  </a:lnTo>
                  <a:lnTo>
                    <a:pt x="4092" y="2899"/>
                  </a:lnTo>
                  <a:lnTo>
                    <a:pt x="3800" y="2850"/>
                  </a:lnTo>
                  <a:lnTo>
                    <a:pt x="3484" y="2777"/>
                  </a:lnTo>
                  <a:lnTo>
                    <a:pt x="3167" y="2729"/>
                  </a:lnTo>
                  <a:lnTo>
                    <a:pt x="2850" y="2704"/>
                  </a:lnTo>
                  <a:lnTo>
                    <a:pt x="2534" y="2704"/>
                  </a:lnTo>
                  <a:lnTo>
                    <a:pt x="2534" y="2704"/>
                  </a:lnTo>
                  <a:lnTo>
                    <a:pt x="2241" y="2704"/>
                  </a:lnTo>
                  <a:lnTo>
                    <a:pt x="1949" y="2729"/>
                  </a:lnTo>
                  <a:lnTo>
                    <a:pt x="1633" y="2777"/>
                  </a:lnTo>
                  <a:lnTo>
                    <a:pt x="1316" y="2850"/>
                  </a:lnTo>
                  <a:lnTo>
                    <a:pt x="999" y="2972"/>
                  </a:lnTo>
                  <a:lnTo>
                    <a:pt x="707" y="3094"/>
                  </a:lnTo>
                  <a:lnTo>
                    <a:pt x="415" y="3289"/>
                  </a:lnTo>
                  <a:lnTo>
                    <a:pt x="147" y="3508"/>
                  </a:lnTo>
                  <a:lnTo>
                    <a:pt x="147" y="3508"/>
                  </a:lnTo>
                  <a:lnTo>
                    <a:pt x="74" y="3581"/>
                  </a:lnTo>
                  <a:lnTo>
                    <a:pt x="25" y="3678"/>
                  </a:lnTo>
                  <a:lnTo>
                    <a:pt x="1" y="3776"/>
                  </a:lnTo>
                  <a:lnTo>
                    <a:pt x="1" y="3898"/>
                  </a:lnTo>
                  <a:lnTo>
                    <a:pt x="1" y="3898"/>
                  </a:lnTo>
                  <a:lnTo>
                    <a:pt x="1" y="3995"/>
                  </a:lnTo>
                  <a:lnTo>
                    <a:pt x="25" y="4093"/>
                  </a:lnTo>
                  <a:lnTo>
                    <a:pt x="74" y="4190"/>
                  </a:lnTo>
                  <a:lnTo>
                    <a:pt x="147" y="4287"/>
                  </a:lnTo>
                  <a:lnTo>
                    <a:pt x="7843" y="11984"/>
                  </a:lnTo>
                  <a:lnTo>
                    <a:pt x="7843" y="11984"/>
                  </a:lnTo>
                  <a:lnTo>
                    <a:pt x="7941" y="12057"/>
                  </a:lnTo>
                  <a:lnTo>
                    <a:pt x="8038" y="12105"/>
                  </a:lnTo>
                  <a:lnTo>
                    <a:pt x="8135" y="12130"/>
                  </a:lnTo>
                  <a:lnTo>
                    <a:pt x="8233" y="12130"/>
                  </a:lnTo>
                  <a:lnTo>
                    <a:pt x="8233" y="12130"/>
                  </a:lnTo>
                  <a:lnTo>
                    <a:pt x="8355" y="12130"/>
                  </a:lnTo>
                  <a:lnTo>
                    <a:pt x="8452" y="12105"/>
                  </a:lnTo>
                  <a:lnTo>
                    <a:pt x="8549" y="12057"/>
                  </a:lnTo>
                  <a:lnTo>
                    <a:pt x="8622" y="11984"/>
                  </a:lnTo>
                  <a:lnTo>
                    <a:pt x="8622" y="11984"/>
                  </a:lnTo>
                  <a:lnTo>
                    <a:pt x="8842" y="11716"/>
                  </a:lnTo>
                  <a:lnTo>
                    <a:pt x="9036" y="11423"/>
                  </a:lnTo>
                  <a:lnTo>
                    <a:pt x="9158" y="11131"/>
                  </a:lnTo>
                  <a:lnTo>
                    <a:pt x="9280" y="10814"/>
                  </a:lnTo>
                  <a:lnTo>
                    <a:pt x="9353" y="10498"/>
                  </a:lnTo>
                  <a:lnTo>
                    <a:pt x="9402" y="10181"/>
                  </a:lnTo>
                  <a:lnTo>
                    <a:pt x="9426" y="9889"/>
                  </a:lnTo>
                  <a:lnTo>
                    <a:pt x="9426" y="9597"/>
                  </a:lnTo>
                  <a:lnTo>
                    <a:pt x="9426" y="9597"/>
                  </a:lnTo>
                  <a:lnTo>
                    <a:pt x="9426" y="9280"/>
                  </a:lnTo>
                  <a:lnTo>
                    <a:pt x="9402" y="8964"/>
                  </a:lnTo>
                  <a:lnTo>
                    <a:pt x="9353" y="8647"/>
                  </a:lnTo>
                  <a:lnTo>
                    <a:pt x="9280" y="8330"/>
                  </a:lnTo>
                  <a:lnTo>
                    <a:pt x="9231" y="8038"/>
                  </a:lnTo>
                  <a:lnTo>
                    <a:pt x="9134" y="7746"/>
                  </a:lnTo>
                  <a:lnTo>
                    <a:pt x="9036" y="7502"/>
                  </a:lnTo>
                  <a:lnTo>
                    <a:pt x="8939" y="7259"/>
                  </a:lnTo>
                  <a:lnTo>
                    <a:pt x="12130" y="4093"/>
                  </a:lnTo>
                </a:path>
              </a:pathLst>
            </a:custGeom>
            <a:noFill/>
            <a:ln w="952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" name="Shape 299"/>
            <p:cNvSpPr/>
            <p:nvPr/>
          </p:nvSpPr>
          <p:spPr>
            <a:xfrm>
              <a:off x="2814912" y="1754062"/>
              <a:ext cx="49950" cy="49950"/>
            </a:xfrm>
            <a:custGeom>
              <a:avLst/>
              <a:gdLst/>
              <a:ahLst/>
              <a:cxnLst/>
              <a:rect l="0" t="0" r="0" b="0"/>
              <a:pathLst>
                <a:path w="1998" h="1998" fill="none" extrusionOk="0">
                  <a:moveTo>
                    <a:pt x="1" y="1997"/>
                  </a:moveTo>
                  <a:lnTo>
                    <a:pt x="1998" y="0"/>
                  </a:lnTo>
                </a:path>
              </a:pathLst>
            </a:custGeom>
            <a:noFill/>
            <a:ln w="952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00" name="Shape 300"/>
          <p:cNvSpPr/>
          <p:nvPr/>
        </p:nvSpPr>
        <p:spPr>
          <a:xfrm>
            <a:off x="992525" y="1819586"/>
            <a:ext cx="2126110" cy="2115219"/>
          </a:xfrm>
          <a:prstGeom prst="ellipse">
            <a:avLst/>
          </a:prstGeom>
          <a:noFill/>
          <a:ln w="114300" cap="flat" cmpd="sng">
            <a:solidFill>
              <a:srgbClr val="FFCD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b="1" dirty="0">
              <a:latin typeface="Lora"/>
              <a:ea typeface="Lora"/>
              <a:cs typeface="Lora"/>
              <a:sym typeface="Lora"/>
            </a:endParaRPr>
          </a:p>
        </p:txBody>
      </p:sp>
      <p:cxnSp>
        <p:nvCxnSpPr>
          <p:cNvPr id="303" name="Shape 303"/>
          <p:cNvCxnSpPr>
            <a:endCxn id="14" idx="2"/>
          </p:cNvCxnSpPr>
          <p:nvPr/>
        </p:nvCxnSpPr>
        <p:spPr>
          <a:xfrm flipV="1">
            <a:off x="3184600" y="2877195"/>
            <a:ext cx="705295" cy="18405"/>
          </a:xfrm>
          <a:prstGeom prst="straightConnector1">
            <a:avLst/>
          </a:prstGeom>
          <a:noFill/>
          <a:ln w="38100" cap="flat" cmpd="sng">
            <a:solidFill>
              <a:srgbClr val="FFCD00"/>
            </a:solidFill>
            <a:prstDash val="solid"/>
            <a:round/>
            <a:headEnd type="none" w="sm" len="sm"/>
            <a:tailEnd type="triangle" w="sm" len="sm"/>
          </a:ln>
        </p:spPr>
      </p:cxnSp>
      <p:cxnSp>
        <p:nvCxnSpPr>
          <p:cNvPr id="304" name="Shape 304"/>
          <p:cNvCxnSpPr>
            <a:stCxn id="14" idx="6"/>
          </p:cNvCxnSpPr>
          <p:nvPr/>
        </p:nvCxnSpPr>
        <p:spPr>
          <a:xfrm flipV="1">
            <a:off x="6016005" y="2877194"/>
            <a:ext cx="484748" cy="1"/>
          </a:xfrm>
          <a:prstGeom prst="straightConnector1">
            <a:avLst/>
          </a:prstGeom>
          <a:noFill/>
          <a:ln w="38100" cap="flat" cmpd="sng">
            <a:solidFill>
              <a:srgbClr val="FFCD00"/>
            </a:solidFill>
            <a:prstDash val="solid"/>
            <a:round/>
            <a:headEnd type="none" w="sm" len="sm"/>
            <a:tailEnd type="triangle" w="sm" len="sm"/>
          </a:ln>
        </p:spPr>
      </p:cxnSp>
      <p:pic>
        <p:nvPicPr>
          <p:cNvPr id="13" name="Picture 2" descr="https://thumbs.dreamstime.com/z/cartoon-man-using-computer-4142338.jpg"/>
          <p:cNvPicPr>
            <a:picLocks noChangeAspect="1" noChangeArrowheads="1"/>
          </p:cNvPicPr>
          <p:nvPr/>
        </p:nvPicPr>
        <p:blipFill>
          <a:blip r:embed="rId3" cstate="print"/>
          <a:srcRect l="1786" t="1669" r="1786" b="9883"/>
          <a:stretch>
            <a:fillRect/>
          </a:stretch>
        </p:blipFill>
        <p:spPr bwMode="auto">
          <a:xfrm>
            <a:off x="1539921" y="2307968"/>
            <a:ext cx="1159931" cy="1138451"/>
          </a:xfrm>
          <a:prstGeom prst="rect">
            <a:avLst/>
          </a:prstGeom>
          <a:noFill/>
        </p:spPr>
      </p:pic>
      <p:sp>
        <p:nvSpPr>
          <p:cNvPr id="14" name="Shape 300"/>
          <p:cNvSpPr/>
          <p:nvPr/>
        </p:nvSpPr>
        <p:spPr>
          <a:xfrm>
            <a:off x="3889895" y="1819585"/>
            <a:ext cx="2126110" cy="2115219"/>
          </a:xfrm>
          <a:prstGeom prst="ellipse">
            <a:avLst/>
          </a:prstGeom>
          <a:noFill/>
          <a:ln w="114300" cap="flat" cmpd="sng">
            <a:solidFill>
              <a:srgbClr val="FFCD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 smtClean="0">
                <a:latin typeface="Lora"/>
                <a:ea typeface="Lora"/>
                <a:cs typeface="Lora"/>
                <a:sym typeface="Lora"/>
              </a:rPr>
              <a:t>Submit!</a:t>
            </a:r>
            <a:endParaRPr b="1" dirty="0"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15" name="Shape 300"/>
          <p:cNvSpPr/>
          <p:nvPr/>
        </p:nvSpPr>
        <p:spPr>
          <a:xfrm>
            <a:off x="6500753" y="1878870"/>
            <a:ext cx="2126110" cy="2115219"/>
          </a:xfrm>
          <a:prstGeom prst="ellipse">
            <a:avLst/>
          </a:prstGeom>
          <a:noFill/>
          <a:ln w="114300" cap="flat" cmpd="sng">
            <a:solidFill>
              <a:srgbClr val="FFCD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 smtClean="0">
                <a:latin typeface="Lora"/>
                <a:ea typeface="Lora"/>
                <a:cs typeface="Lora"/>
                <a:sym typeface="Lora"/>
              </a:rPr>
              <a:t>Submit!</a:t>
            </a:r>
            <a:endParaRPr b="1" dirty="0"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1294784" y="3254581"/>
            <a:ext cx="1521591" cy="383675"/>
          </a:xfrm>
          <a:prstGeom prst="roundRect">
            <a:avLst/>
          </a:prstGeom>
          <a:ln>
            <a:solidFill>
              <a:srgbClr val="FFC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 err="1" smtClean="0"/>
              <a:t>Karyawan</a:t>
            </a:r>
            <a:r>
              <a:rPr lang="en-US" sz="1200" dirty="0" smtClean="0"/>
              <a:t> </a:t>
            </a:r>
            <a:r>
              <a:rPr lang="en-US" sz="1200" dirty="0" err="1" smtClean="0"/>
              <a:t>membuat</a:t>
            </a:r>
            <a:r>
              <a:rPr lang="en-US" sz="1200" dirty="0" smtClean="0"/>
              <a:t> form</a:t>
            </a:r>
          </a:p>
        </p:txBody>
      </p:sp>
      <p:pic>
        <p:nvPicPr>
          <p:cNvPr id="20" name="Picture 2" descr="https://thumbs.dreamstime.com/z/cartoon-man-using-computer-4142338.jpg"/>
          <p:cNvPicPr>
            <a:picLocks noChangeAspect="1" noChangeArrowheads="1"/>
          </p:cNvPicPr>
          <p:nvPr/>
        </p:nvPicPr>
        <p:blipFill>
          <a:blip r:embed="rId3" cstate="print"/>
          <a:srcRect l="1786" t="1669" r="1786" b="9883"/>
          <a:stretch>
            <a:fillRect/>
          </a:stretch>
        </p:blipFill>
        <p:spPr bwMode="auto">
          <a:xfrm>
            <a:off x="4432870" y="2307968"/>
            <a:ext cx="1159931" cy="1138451"/>
          </a:xfrm>
          <a:prstGeom prst="rect">
            <a:avLst/>
          </a:prstGeom>
          <a:noFill/>
        </p:spPr>
      </p:pic>
      <p:sp>
        <p:nvSpPr>
          <p:cNvPr id="21" name="Rounded Rectangle 20"/>
          <p:cNvSpPr/>
          <p:nvPr/>
        </p:nvSpPr>
        <p:spPr>
          <a:xfrm>
            <a:off x="4187733" y="3148251"/>
            <a:ext cx="1521591" cy="498712"/>
          </a:xfrm>
          <a:prstGeom prst="roundRect">
            <a:avLst/>
          </a:prstGeom>
          <a:ln>
            <a:solidFill>
              <a:srgbClr val="FFC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dirty="0" err="1" smtClean="0"/>
              <a:t>Foreman,Supervisor</a:t>
            </a:r>
            <a:r>
              <a:rPr lang="en-US" sz="1000" dirty="0" smtClean="0"/>
              <a:t> &amp; Manager </a:t>
            </a:r>
            <a:r>
              <a:rPr lang="en-US" sz="1000" dirty="0" err="1" smtClean="0"/>
              <a:t>memberikan</a:t>
            </a:r>
            <a:r>
              <a:rPr lang="en-US" sz="1000" dirty="0" smtClean="0"/>
              <a:t> Approval</a:t>
            </a:r>
          </a:p>
        </p:txBody>
      </p:sp>
      <p:pic>
        <p:nvPicPr>
          <p:cNvPr id="22" name="Picture 2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85501" y="2149803"/>
            <a:ext cx="1306096" cy="1392756"/>
          </a:xfrm>
          <a:prstGeom prst="rect">
            <a:avLst/>
          </a:prstGeom>
        </p:spPr>
      </p:pic>
      <p:sp>
        <p:nvSpPr>
          <p:cNvPr id="23" name="Rounded Rectangle 22"/>
          <p:cNvSpPr/>
          <p:nvPr/>
        </p:nvSpPr>
        <p:spPr>
          <a:xfrm>
            <a:off x="6803012" y="3286023"/>
            <a:ext cx="1521591" cy="383675"/>
          </a:xfrm>
          <a:prstGeom prst="roundRect">
            <a:avLst/>
          </a:prstGeom>
          <a:ln>
            <a:solidFill>
              <a:srgbClr val="FFC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 smtClean="0"/>
              <a:t>Data Report </a:t>
            </a:r>
            <a:r>
              <a:rPr lang="en-US" sz="1200" dirty="0" err="1" smtClean="0"/>
              <a:t>bisa</a:t>
            </a:r>
            <a:r>
              <a:rPr lang="en-US" sz="1200" dirty="0" smtClean="0"/>
              <a:t> </a:t>
            </a:r>
            <a:r>
              <a:rPr lang="en-US" sz="1200" dirty="0" err="1" smtClean="0"/>
              <a:t>langsung</a:t>
            </a:r>
            <a:r>
              <a:rPr lang="en-US" sz="1200" dirty="0" smtClean="0"/>
              <a:t> </a:t>
            </a:r>
            <a:r>
              <a:rPr lang="en-US" sz="1200" dirty="0" err="1" smtClean="0"/>
              <a:t>diakses</a:t>
            </a:r>
            <a:endParaRPr lang="en-US" sz="12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3547" y="314325"/>
            <a:ext cx="8133132" cy="4829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44738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81250" y="423417"/>
            <a:ext cx="3878400" cy="435600"/>
          </a:xfrm>
        </p:spPr>
        <p:txBody>
          <a:bodyPr/>
          <a:lstStyle/>
          <a:p>
            <a:r>
              <a:rPr lang="en-US" dirty="0" err="1" smtClean="0"/>
              <a:t>Panduan</a:t>
            </a:r>
            <a:r>
              <a:rPr lang="en-US" dirty="0" smtClean="0"/>
              <a:t> </a:t>
            </a:r>
            <a:r>
              <a:rPr lang="en-US" dirty="0" err="1" smtClean="0"/>
              <a:t>Penggunaan</a:t>
            </a:r>
            <a:r>
              <a:rPr lang="en-US" dirty="0" smtClean="0"/>
              <a:t> System</a:t>
            </a:r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662" y="859017"/>
            <a:ext cx="8699480" cy="387737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174661" y="3965825"/>
            <a:ext cx="1196315" cy="267128"/>
          </a:xfrm>
          <a:prstGeom prst="round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ular Callout 5"/>
          <p:cNvSpPr/>
          <p:nvPr/>
        </p:nvSpPr>
        <p:spPr>
          <a:xfrm>
            <a:off x="1846110" y="3760342"/>
            <a:ext cx="2743199" cy="339047"/>
          </a:xfrm>
          <a:prstGeom prst="wedgeRoundRectCallout">
            <a:avLst>
              <a:gd name="adj1" fmla="val -66987"/>
              <a:gd name="adj2" fmla="val 65531"/>
              <a:gd name="adj3" fmla="val 16667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err="1" smtClean="0"/>
              <a:t>Klik</a:t>
            </a:r>
            <a:r>
              <a:rPr lang="en-US" dirty="0" smtClean="0"/>
              <a:t> menu “</a:t>
            </a:r>
            <a:r>
              <a:rPr lang="en-US" dirty="0" err="1" smtClean="0"/>
              <a:t>Webform</a:t>
            </a:r>
            <a:r>
              <a:rPr lang="en-US" dirty="0" smtClean="0"/>
              <a:t> System”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54992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19605" y="279579"/>
            <a:ext cx="3878400" cy="435600"/>
          </a:xfrm>
        </p:spPr>
        <p:txBody>
          <a:bodyPr/>
          <a:lstStyle/>
          <a:p>
            <a:r>
              <a:rPr lang="en-US" dirty="0" smtClean="0"/>
              <a:t>Login</a:t>
            </a:r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951" y="562235"/>
            <a:ext cx="8170695" cy="43626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98428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50427" y="310401"/>
            <a:ext cx="3878400" cy="435600"/>
          </a:xfrm>
        </p:spPr>
        <p:txBody>
          <a:bodyPr/>
          <a:lstStyle/>
          <a:p>
            <a:r>
              <a:rPr lang="en-US" dirty="0" smtClean="0"/>
              <a:t>Home</a:t>
            </a:r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883" y="746001"/>
            <a:ext cx="8106312" cy="41158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722020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0976" y="166563"/>
            <a:ext cx="3878400" cy="435600"/>
          </a:xfrm>
        </p:spPr>
        <p:txBody>
          <a:bodyPr/>
          <a:lstStyle/>
          <a:p>
            <a:r>
              <a:rPr lang="en-US" dirty="0" err="1" smtClean="0"/>
              <a:t>Pengajuan</a:t>
            </a:r>
            <a:r>
              <a:rPr lang="en-US" dirty="0" smtClean="0"/>
              <a:t> </a:t>
            </a:r>
            <a:r>
              <a:rPr lang="en-US" dirty="0" err="1" smtClean="0"/>
              <a:t>Cuti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7676" y="602163"/>
            <a:ext cx="8229601" cy="4412674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351474" y="612796"/>
            <a:ext cx="764947" cy="237809"/>
          </a:xfrm>
          <a:prstGeom prst="roundRect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860511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1525" y="57560"/>
            <a:ext cx="3878400" cy="435600"/>
          </a:xfrm>
        </p:spPr>
        <p:txBody>
          <a:bodyPr/>
          <a:lstStyle/>
          <a:p>
            <a:r>
              <a:rPr lang="en-US" dirty="0" err="1" smtClean="0"/>
              <a:t>Pengajuan</a:t>
            </a:r>
            <a:r>
              <a:rPr lang="en-US" dirty="0" smtClean="0"/>
              <a:t> </a:t>
            </a:r>
            <a:r>
              <a:rPr lang="en-US" dirty="0" err="1" smtClean="0"/>
              <a:t>Izin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451" y="482886"/>
            <a:ext cx="7945632" cy="465034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1481632" y="493160"/>
            <a:ext cx="764947" cy="237809"/>
          </a:xfrm>
          <a:prstGeom prst="roundRect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703296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29879" y="0"/>
            <a:ext cx="4834615" cy="435600"/>
          </a:xfrm>
        </p:spPr>
        <p:txBody>
          <a:bodyPr/>
          <a:lstStyle/>
          <a:p>
            <a:r>
              <a:rPr lang="en-US" dirty="0" err="1" smtClean="0"/>
              <a:t>Pengajuan</a:t>
            </a:r>
            <a:r>
              <a:rPr lang="en-US" dirty="0" smtClean="0"/>
              <a:t> </a:t>
            </a:r>
            <a:r>
              <a:rPr lang="en-US" dirty="0" err="1" smtClean="0"/>
              <a:t>Izin</a:t>
            </a:r>
            <a:r>
              <a:rPr lang="en-US" dirty="0" smtClean="0"/>
              <a:t> </a:t>
            </a:r>
            <a:r>
              <a:rPr lang="en-US" dirty="0" err="1" smtClean="0"/>
              <a:t>Khusus</a:t>
            </a:r>
            <a:r>
              <a:rPr lang="en-US" dirty="0" smtClean="0"/>
              <a:t> &amp; </a:t>
            </a:r>
            <a:r>
              <a:rPr lang="en-US" dirty="0" err="1" smtClean="0"/>
              <a:t>Dispensasi</a:t>
            </a:r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689" y="435600"/>
            <a:ext cx="7244577" cy="470790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1502180" y="452064"/>
            <a:ext cx="764947" cy="237809"/>
          </a:xfrm>
          <a:prstGeom prst="roundRect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059641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Notifikasi</a:t>
            </a:r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6370" y="1467182"/>
            <a:ext cx="7994681" cy="26688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238810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19605" y="104918"/>
            <a:ext cx="3878400" cy="435600"/>
          </a:xfrm>
        </p:spPr>
        <p:txBody>
          <a:bodyPr/>
          <a:lstStyle/>
          <a:p>
            <a:r>
              <a:rPr lang="en-US" dirty="0" smtClean="0"/>
              <a:t>Approval</a:t>
            </a:r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563" y="540518"/>
            <a:ext cx="7900827" cy="2864627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37782" y="575739"/>
            <a:ext cx="2502091" cy="3405145"/>
          </a:xfrm>
          <a:prstGeom prst="rect">
            <a:avLst/>
          </a:prstGeom>
          <a:ln w="53975">
            <a:solidFill>
              <a:srgbClr val="FFFF00"/>
            </a:solidFill>
          </a:ln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37782" y="3999276"/>
            <a:ext cx="2531771" cy="908305"/>
          </a:xfrm>
          <a:prstGeom prst="rect">
            <a:avLst/>
          </a:prstGeom>
          <a:ln w="53975">
            <a:solidFill>
              <a:srgbClr val="FFFF00"/>
            </a:solidFill>
          </a:ln>
        </p:spPr>
      </p:pic>
      <p:sp>
        <p:nvSpPr>
          <p:cNvPr id="6" name="Right Arrow 5"/>
          <p:cNvSpPr/>
          <p:nvPr/>
        </p:nvSpPr>
        <p:spPr>
          <a:xfrm rot="1378770">
            <a:off x="1119599" y="1682662"/>
            <a:ext cx="2861640" cy="343073"/>
          </a:xfrm>
          <a:prstGeom prst="rightArrow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ounded Rectangle 6"/>
          <p:cNvSpPr/>
          <p:nvPr/>
        </p:nvSpPr>
        <p:spPr>
          <a:xfrm>
            <a:off x="2661129" y="563166"/>
            <a:ext cx="764947" cy="237809"/>
          </a:xfrm>
          <a:prstGeom prst="roundRect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351985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Shape 375"/>
          <p:cNvSpPr txBox="1">
            <a:spLocks noGrp="1"/>
          </p:cNvSpPr>
          <p:nvPr>
            <p:ph type="subTitle" idx="4294967295"/>
          </p:nvPr>
        </p:nvSpPr>
        <p:spPr>
          <a:xfrm>
            <a:off x="2371500" y="2093775"/>
            <a:ext cx="5021400" cy="7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3600" b="1" i="1" dirty="0" smtClean="0">
                <a:latin typeface="Lora"/>
                <a:ea typeface="Lora"/>
                <a:cs typeface="Lora"/>
                <a:sym typeface="Lora"/>
              </a:rPr>
              <a:t>Ada </a:t>
            </a:r>
            <a:r>
              <a:rPr lang="en" sz="3600" b="1" i="1" dirty="0" smtClean="0">
                <a:highlight>
                  <a:srgbClr val="FFCD00"/>
                </a:highlight>
                <a:latin typeface="Lora"/>
                <a:ea typeface="Lora"/>
                <a:cs typeface="Lora"/>
                <a:sym typeface="Lora"/>
              </a:rPr>
              <a:t>pertanyaan</a:t>
            </a:r>
            <a:r>
              <a:rPr lang="en" sz="3600" b="1" i="1" dirty="0" smtClean="0">
                <a:latin typeface="Lora"/>
                <a:ea typeface="Lora"/>
                <a:cs typeface="Lora"/>
                <a:sym typeface="Lora"/>
              </a:rPr>
              <a:t> </a:t>
            </a:r>
            <a:r>
              <a:rPr lang="en" sz="3600" b="1" i="1" dirty="0">
                <a:latin typeface="Lora"/>
                <a:ea typeface="Lora"/>
                <a:cs typeface="Lora"/>
                <a:sym typeface="Lora"/>
              </a:rPr>
              <a:t>?</a:t>
            </a:r>
            <a:endParaRPr sz="3600" b="1" i="1" dirty="0">
              <a:latin typeface="Lora"/>
              <a:ea typeface="Lora"/>
              <a:cs typeface="Lora"/>
              <a:sym typeface="Lora"/>
            </a:endParaRPr>
          </a:p>
          <a:p>
            <a:pPr marL="0" lvl="0" indent="0" rtl="0">
              <a:spcBef>
                <a:spcPts val="60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</a:endParaRPr>
          </a:p>
          <a:p>
            <a:pPr marL="457200" lvl="0" indent="-342900" rtl="0">
              <a:spcBef>
                <a:spcPts val="0"/>
              </a:spcBef>
              <a:spcAft>
                <a:spcPts val="0"/>
              </a:spcAft>
              <a:buSzPts val="1800"/>
              <a:buChar char="◉"/>
            </a:pPr>
            <a:endParaRPr b="1" dirty="0"/>
          </a:p>
        </p:txBody>
      </p:sp>
      <p:sp>
        <p:nvSpPr>
          <p:cNvPr id="377" name="Shape 377"/>
          <p:cNvSpPr txBox="1">
            <a:spLocks noGrp="1"/>
          </p:cNvSpPr>
          <p:nvPr>
            <p:ph type="ctrTitle" idx="4294967295"/>
          </p:nvPr>
        </p:nvSpPr>
        <p:spPr>
          <a:xfrm>
            <a:off x="2371624" y="816550"/>
            <a:ext cx="5326347" cy="1159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0" dirty="0" smtClean="0"/>
              <a:t>Terima Kasih!</a:t>
            </a:r>
            <a:endParaRPr sz="6000" dirty="0"/>
          </a:p>
        </p:txBody>
      </p:sp>
      <p:sp>
        <p:nvSpPr>
          <p:cNvPr id="379" name="Shape 379"/>
          <p:cNvSpPr/>
          <p:nvPr/>
        </p:nvSpPr>
        <p:spPr>
          <a:xfrm>
            <a:off x="831925" y="859175"/>
            <a:ext cx="1139100" cy="1139100"/>
          </a:xfrm>
          <a:prstGeom prst="ellipse">
            <a:avLst/>
          </a:prstGeom>
          <a:solidFill>
            <a:srgbClr val="FFCD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80" name="Shape 380"/>
          <p:cNvGrpSpPr/>
          <p:nvPr/>
        </p:nvGrpSpPr>
        <p:grpSpPr>
          <a:xfrm>
            <a:off x="1148888" y="1190759"/>
            <a:ext cx="505722" cy="475767"/>
            <a:chOff x="5972700" y="2330200"/>
            <a:chExt cx="411625" cy="387275"/>
          </a:xfrm>
        </p:grpSpPr>
        <p:sp>
          <p:nvSpPr>
            <p:cNvPr id="381" name="Shape 381"/>
            <p:cNvSpPr/>
            <p:nvPr/>
          </p:nvSpPr>
          <p:spPr>
            <a:xfrm>
              <a:off x="5972700" y="2476950"/>
              <a:ext cx="98050" cy="219825"/>
            </a:xfrm>
            <a:custGeom>
              <a:avLst/>
              <a:gdLst/>
              <a:ahLst/>
              <a:cxnLst/>
              <a:rect l="0" t="0" r="0" b="0"/>
              <a:pathLst>
                <a:path w="3922" h="8793" fill="none" extrusionOk="0">
                  <a:moveTo>
                    <a:pt x="0" y="0"/>
                  </a:moveTo>
                  <a:lnTo>
                    <a:pt x="0" y="8792"/>
                  </a:lnTo>
                  <a:lnTo>
                    <a:pt x="3921" y="8792"/>
                  </a:lnTo>
                  <a:lnTo>
                    <a:pt x="3921" y="0"/>
                  </a:lnTo>
                  <a:lnTo>
                    <a:pt x="0" y="0"/>
                  </a:lnTo>
                  <a:close/>
                  <a:moveTo>
                    <a:pt x="2411" y="2411"/>
                  </a:moveTo>
                  <a:lnTo>
                    <a:pt x="2411" y="2411"/>
                  </a:lnTo>
                  <a:lnTo>
                    <a:pt x="2265" y="2387"/>
                  </a:lnTo>
                  <a:lnTo>
                    <a:pt x="2143" y="2363"/>
                  </a:lnTo>
                  <a:lnTo>
                    <a:pt x="2022" y="2290"/>
                  </a:lnTo>
                  <a:lnTo>
                    <a:pt x="1924" y="2216"/>
                  </a:lnTo>
                  <a:lnTo>
                    <a:pt x="1827" y="2095"/>
                  </a:lnTo>
                  <a:lnTo>
                    <a:pt x="1754" y="1973"/>
                  </a:lnTo>
                  <a:lnTo>
                    <a:pt x="1729" y="1851"/>
                  </a:lnTo>
                  <a:lnTo>
                    <a:pt x="1705" y="1705"/>
                  </a:lnTo>
                  <a:lnTo>
                    <a:pt x="1705" y="1705"/>
                  </a:lnTo>
                  <a:lnTo>
                    <a:pt x="1729" y="1559"/>
                  </a:lnTo>
                  <a:lnTo>
                    <a:pt x="1754" y="1437"/>
                  </a:lnTo>
                  <a:lnTo>
                    <a:pt x="1827" y="1315"/>
                  </a:lnTo>
                  <a:lnTo>
                    <a:pt x="1924" y="1218"/>
                  </a:lnTo>
                  <a:lnTo>
                    <a:pt x="2022" y="1120"/>
                  </a:lnTo>
                  <a:lnTo>
                    <a:pt x="2143" y="1072"/>
                  </a:lnTo>
                  <a:lnTo>
                    <a:pt x="2265" y="1023"/>
                  </a:lnTo>
                  <a:lnTo>
                    <a:pt x="2411" y="999"/>
                  </a:lnTo>
                  <a:lnTo>
                    <a:pt x="2411" y="999"/>
                  </a:lnTo>
                  <a:lnTo>
                    <a:pt x="2557" y="1023"/>
                  </a:lnTo>
                  <a:lnTo>
                    <a:pt x="2679" y="1072"/>
                  </a:lnTo>
                  <a:lnTo>
                    <a:pt x="2801" y="1120"/>
                  </a:lnTo>
                  <a:lnTo>
                    <a:pt x="2898" y="1218"/>
                  </a:lnTo>
                  <a:lnTo>
                    <a:pt x="2996" y="1315"/>
                  </a:lnTo>
                  <a:lnTo>
                    <a:pt x="3069" y="1437"/>
                  </a:lnTo>
                  <a:lnTo>
                    <a:pt x="3093" y="1559"/>
                  </a:lnTo>
                  <a:lnTo>
                    <a:pt x="3118" y="1705"/>
                  </a:lnTo>
                  <a:lnTo>
                    <a:pt x="3118" y="1705"/>
                  </a:lnTo>
                  <a:lnTo>
                    <a:pt x="3093" y="1851"/>
                  </a:lnTo>
                  <a:lnTo>
                    <a:pt x="3069" y="1973"/>
                  </a:lnTo>
                  <a:lnTo>
                    <a:pt x="2996" y="2095"/>
                  </a:lnTo>
                  <a:lnTo>
                    <a:pt x="2898" y="2216"/>
                  </a:lnTo>
                  <a:lnTo>
                    <a:pt x="2801" y="2290"/>
                  </a:lnTo>
                  <a:lnTo>
                    <a:pt x="2679" y="2363"/>
                  </a:lnTo>
                  <a:lnTo>
                    <a:pt x="2557" y="2387"/>
                  </a:lnTo>
                  <a:lnTo>
                    <a:pt x="2411" y="2411"/>
                  </a:lnTo>
                  <a:lnTo>
                    <a:pt x="2411" y="2411"/>
                  </a:lnTo>
                  <a:close/>
                </a:path>
              </a:pathLst>
            </a:custGeom>
            <a:noFill/>
            <a:ln w="952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" name="Shape 382"/>
            <p:cNvSpPr/>
            <p:nvPr/>
          </p:nvSpPr>
          <p:spPr>
            <a:xfrm>
              <a:off x="6078025" y="2330200"/>
              <a:ext cx="306300" cy="387275"/>
            </a:xfrm>
            <a:custGeom>
              <a:avLst/>
              <a:gdLst/>
              <a:ahLst/>
              <a:cxnLst/>
              <a:rect l="0" t="0" r="0" b="0"/>
              <a:pathLst>
                <a:path w="12252" h="15491" fill="none" extrusionOk="0">
                  <a:moveTo>
                    <a:pt x="1" y="13396"/>
                  </a:moveTo>
                  <a:lnTo>
                    <a:pt x="1511" y="13396"/>
                  </a:lnTo>
                  <a:lnTo>
                    <a:pt x="1511" y="13396"/>
                  </a:lnTo>
                  <a:lnTo>
                    <a:pt x="1998" y="13639"/>
                  </a:lnTo>
                  <a:lnTo>
                    <a:pt x="2680" y="13932"/>
                  </a:lnTo>
                  <a:lnTo>
                    <a:pt x="3556" y="14273"/>
                  </a:lnTo>
                  <a:lnTo>
                    <a:pt x="4531" y="14638"/>
                  </a:lnTo>
                  <a:lnTo>
                    <a:pt x="5578" y="14955"/>
                  </a:lnTo>
                  <a:lnTo>
                    <a:pt x="6114" y="15101"/>
                  </a:lnTo>
                  <a:lnTo>
                    <a:pt x="6650" y="15222"/>
                  </a:lnTo>
                  <a:lnTo>
                    <a:pt x="7161" y="15344"/>
                  </a:lnTo>
                  <a:lnTo>
                    <a:pt x="7672" y="15417"/>
                  </a:lnTo>
                  <a:lnTo>
                    <a:pt x="8135" y="15466"/>
                  </a:lnTo>
                  <a:lnTo>
                    <a:pt x="8598" y="15490"/>
                  </a:lnTo>
                  <a:lnTo>
                    <a:pt x="8598" y="15490"/>
                  </a:lnTo>
                  <a:lnTo>
                    <a:pt x="9377" y="15490"/>
                  </a:lnTo>
                  <a:lnTo>
                    <a:pt x="9791" y="15466"/>
                  </a:lnTo>
                  <a:lnTo>
                    <a:pt x="10181" y="15417"/>
                  </a:lnTo>
                  <a:lnTo>
                    <a:pt x="10522" y="15320"/>
                  </a:lnTo>
                  <a:lnTo>
                    <a:pt x="10692" y="15271"/>
                  </a:lnTo>
                  <a:lnTo>
                    <a:pt x="10814" y="15222"/>
                  </a:lnTo>
                  <a:lnTo>
                    <a:pt x="10936" y="15149"/>
                  </a:lnTo>
                  <a:lnTo>
                    <a:pt x="11033" y="15052"/>
                  </a:lnTo>
                  <a:lnTo>
                    <a:pt x="11082" y="14955"/>
                  </a:lnTo>
                  <a:lnTo>
                    <a:pt x="11131" y="14833"/>
                  </a:lnTo>
                  <a:lnTo>
                    <a:pt x="11204" y="14126"/>
                  </a:lnTo>
                  <a:lnTo>
                    <a:pt x="11204" y="14126"/>
                  </a:lnTo>
                  <a:lnTo>
                    <a:pt x="11180" y="13956"/>
                  </a:lnTo>
                  <a:lnTo>
                    <a:pt x="11131" y="13810"/>
                  </a:lnTo>
                  <a:lnTo>
                    <a:pt x="11033" y="13664"/>
                  </a:lnTo>
                  <a:lnTo>
                    <a:pt x="10887" y="13542"/>
                  </a:lnTo>
                  <a:lnTo>
                    <a:pt x="10887" y="13542"/>
                  </a:lnTo>
                  <a:lnTo>
                    <a:pt x="11009" y="13518"/>
                  </a:lnTo>
                  <a:lnTo>
                    <a:pt x="11131" y="13469"/>
                  </a:lnTo>
                  <a:lnTo>
                    <a:pt x="11253" y="13420"/>
                  </a:lnTo>
                  <a:lnTo>
                    <a:pt x="11350" y="13323"/>
                  </a:lnTo>
                  <a:lnTo>
                    <a:pt x="11423" y="13225"/>
                  </a:lnTo>
                  <a:lnTo>
                    <a:pt x="11496" y="13104"/>
                  </a:lnTo>
                  <a:lnTo>
                    <a:pt x="11545" y="12957"/>
                  </a:lnTo>
                  <a:lnTo>
                    <a:pt x="11569" y="12836"/>
                  </a:lnTo>
                  <a:lnTo>
                    <a:pt x="11642" y="11959"/>
                  </a:lnTo>
                  <a:lnTo>
                    <a:pt x="11642" y="11959"/>
                  </a:lnTo>
                  <a:lnTo>
                    <a:pt x="11642" y="11837"/>
                  </a:lnTo>
                  <a:lnTo>
                    <a:pt x="11642" y="11740"/>
                  </a:lnTo>
                  <a:lnTo>
                    <a:pt x="11618" y="11618"/>
                  </a:lnTo>
                  <a:lnTo>
                    <a:pt x="11569" y="11521"/>
                  </a:lnTo>
                  <a:lnTo>
                    <a:pt x="11447" y="11350"/>
                  </a:lnTo>
                  <a:lnTo>
                    <a:pt x="11374" y="11277"/>
                  </a:lnTo>
                  <a:lnTo>
                    <a:pt x="11301" y="11204"/>
                  </a:lnTo>
                  <a:lnTo>
                    <a:pt x="11301" y="11204"/>
                  </a:lnTo>
                  <a:lnTo>
                    <a:pt x="11423" y="11180"/>
                  </a:lnTo>
                  <a:lnTo>
                    <a:pt x="11521" y="11131"/>
                  </a:lnTo>
                  <a:lnTo>
                    <a:pt x="11618" y="11058"/>
                  </a:lnTo>
                  <a:lnTo>
                    <a:pt x="11715" y="10960"/>
                  </a:lnTo>
                  <a:lnTo>
                    <a:pt x="11788" y="10863"/>
                  </a:lnTo>
                  <a:lnTo>
                    <a:pt x="11837" y="10766"/>
                  </a:lnTo>
                  <a:lnTo>
                    <a:pt x="11886" y="10644"/>
                  </a:lnTo>
                  <a:lnTo>
                    <a:pt x="11910" y="10498"/>
                  </a:lnTo>
                  <a:lnTo>
                    <a:pt x="11983" y="9645"/>
                  </a:lnTo>
                  <a:lnTo>
                    <a:pt x="11983" y="9645"/>
                  </a:lnTo>
                  <a:lnTo>
                    <a:pt x="11983" y="9523"/>
                  </a:lnTo>
                  <a:lnTo>
                    <a:pt x="11983" y="9402"/>
                  </a:lnTo>
                  <a:lnTo>
                    <a:pt x="11959" y="9280"/>
                  </a:lnTo>
                  <a:lnTo>
                    <a:pt x="11910" y="9182"/>
                  </a:lnTo>
                  <a:lnTo>
                    <a:pt x="11861" y="9085"/>
                  </a:lnTo>
                  <a:lnTo>
                    <a:pt x="11788" y="9012"/>
                  </a:lnTo>
                  <a:lnTo>
                    <a:pt x="11715" y="8939"/>
                  </a:lnTo>
                  <a:lnTo>
                    <a:pt x="11618" y="8866"/>
                  </a:lnTo>
                  <a:lnTo>
                    <a:pt x="11618" y="8866"/>
                  </a:lnTo>
                  <a:lnTo>
                    <a:pt x="11715" y="8841"/>
                  </a:lnTo>
                  <a:lnTo>
                    <a:pt x="11813" y="8768"/>
                  </a:lnTo>
                  <a:lnTo>
                    <a:pt x="11910" y="8695"/>
                  </a:lnTo>
                  <a:lnTo>
                    <a:pt x="11983" y="8622"/>
                  </a:lnTo>
                  <a:lnTo>
                    <a:pt x="12056" y="8525"/>
                  </a:lnTo>
                  <a:lnTo>
                    <a:pt x="12105" y="8427"/>
                  </a:lnTo>
                  <a:lnTo>
                    <a:pt x="12129" y="8306"/>
                  </a:lnTo>
                  <a:lnTo>
                    <a:pt x="12154" y="8184"/>
                  </a:lnTo>
                  <a:lnTo>
                    <a:pt x="12251" y="7307"/>
                  </a:lnTo>
                  <a:lnTo>
                    <a:pt x="12251" y="7307"/>
                  </a:lnTo>
                  <a:lnTo>
                    <a:pt x="12227" y="7185"/>
                  </a:lnTo>
                  <a:lnTo>
                    <a:pt x="12202" y="7064"/>
                  </a:lnTo>
                  <a:lnTo>
                    <a:pt x="12154" y="6966"/>
                  </a:lnTo>
                  <a:lnTo>
                    <a:pt x="12105" y="6869"/>
                  </a:lnTo>
                  <a:lnTo>
                    <a:pt x="12032" y="6771"/>
                  </a:lnTo>
                  <a:lnTo>
                    <a:pt x="11935" y="6698"/>
                  </a:lnTo>
                  <a:lnTo>
                    <a:pt x="11715" y="6552"/>
                  </a:lnTo>
                  <a:lnTo>
                    <a:pt x="11472" y="6430"/>
                  </a:lnTo>
                  <a:lnTo>
                    <a:pt x="11180" y="6333"/>
                  </a:lnTo>
                  <a:lnTo>
                    <a:pt x="10863" y="6260"/>
                  </a:lnTo>
                  <a:lnTo>
                    <a:pt x="10546" y="6211"/>
                  </a:lnTo>
                  <a:lnTo>
                    <a:pt x="10546" y="6211"/>
                  </a:lnTo>
                  <a:lnTo>
                    <a:pt x="9864" y="6114"/>
                  </a:lnTo>
                  <a:lnTo>
                    <a:pt x="8817" y="6016"/>
                  </a:lnTo>
                  <a:lnTo>
                    <a:pt x="7575" y="5943"/>
                  </a:lnTo>
                  <a:lnTo>
                    <a:pt x="6309" y="5870"/>
                  </a:lnTo>
                  <a:lnTo>
                    <a:pt x="6309" y="5870"/>
                  </a:lnTo>
                  <a:lnTo>
                    <a:pt x="6479" y="5578"/>
                  </a:lnTo>
                  <a:lnTo>
                    <a:pt x="6625" y="5237"/>
                  </a:lnTo>
                  <a:lnTo>
                    <a:pt x="6771" y="4872"/>
                  </a:lnTo>
                  <a:lnTo>
                    <a:pt x="6869" y="4482"/>
                  </a:lnTo>
                  <a:lnTo>
                    <a:pt x="6966" y="4092"/>
                  </a:lnTo>
                  <a:lnTo>
                    <a:pt x="7064" y="3678"/>
                  </a:lnTo>
                  <a:lnTo>
                    <a:pt x="7161" y="2875"/>
                  </a:lnTo>
                  <a:lnTo>
                    <a:pt x="7234" y="2144"/>
                  </a:lnTo>
                  <a:lnTo>
                    <a:pt x="7283" y="1535"/>
                  </a:lnTo>
                  <a:lnTo>
                    <a:pt x="7283" y="975"/>
                  </a:lnTo>
                  <a:lnTo>
                    <a:pt x="7283" y="975"/>
                  </a:lnTo>
                  <a:lnTo>
                    <a:pt x="7283" y="804"/>
                  </a:lnTo>
                  <a:lnTo>
                    <a:pt x="7210" y="609"/>
                  </a:lnTo>
                  <a:lnTo>
                    <a:pt x="7137" y="463"/>
                  </a:lnTo>
                  <a:lnTo>
                    <a:pt x="7015" y="317"/>
                  </a:lnTo>
                  <a:lnTo>
                    <a:pt x="6869" y="171"/>
                  </a:lnTo>
                  <a:lnTo>
                    <a:pt x="6698" y="98"/>
                  </a:lnTo>
                  <a:lnTo>
                    <a:pt x="6503" y="25"/>
                  </a:lnTo>
                  <a:lnTo>
                    <a:pt x="6309" y="1"/>
                  </a:lnTo>
                  <a:lnTo>
                    <a:pt x="6309" y="1"/>
                  </a:lnTo>
                  <a:lnTo>
                    <a:pt x="5943" y="25"/>
                  </a:lnTo>
                  <a:lnTo>
                    <a:pt x="5700" y="74"/>
                  </a:lnTo>
                  <a:lnTo>
                    <a:pt x="5505" y="147"/>
                  </a:lnTo>
                  <a:lnTo>
                    <a:pt x="5359" y="220"/>
                  </a:lnTo>
                  <a:lnTo>
                    <a:pt x="5359" y="220"/>
                  </a:lnTo>
                  <a:lnTo>
                    <a:pt x="4969" y="1462"/>
                  </a:lnTo>
                  <a:lnTo>
                    <a:pt x="4774" y="2022"/>
                  </a:lnTo>
                  <a:lnTo>
                    <a:pt x="4579" y="2534"/>
                  </a:lnTo>
                  <a:lnTo>
                    <a:pt x="4385" y="2996"/>
                  </a:lnTo>
                  <a:lnTo>
                    <a:pt x="4190" y="3386"/>
                  </a:lnTo>
                  <a:lnTo>
                    <a:pt x="4019" y="3678"/>
                  </a:lnTo>
                  <a:lnTo>
                    <a:pt x="3873" y="3922"/>
                  </a:lnTo>
                  <a:lnTo>
                    <a:pt x="3873" y="3922"/>
                  </a:lnTo>
                  <a:lnTo>
                    <a:pt x="3654" y="4141"/>
                  </a:lnTo>
                  <a:lnTo>
                    <a:pt x="3313" y="4482"/>
                  </a:lnTo>
                  <a:lnTo>
                    <a:pt x="2509" y="5237"/>
                  </a:lnTo>
                  <a:lnTo>
                    <a:pt x="1438" y="6211"/>
                  </a:lnTo>
                  <a:lnTo>
                    <a:pt x="1" y="6211"/>
                  </a:lnTo>
                </a:path>
              </a:pathLst>
            </a:custGeom>
            <a:noFill/>
            <a:ln w="952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Viola template">
  <a:themeElements>
    <a:clrScheme name="Custom 347">
      <a:dk1>
        <a:srgbClr val="000000"/>
      </a:dk1>
      <a:lt1>
        <a:srgbClr val="FFFFFF"/>
      </a:lt1>
      <a:dk2>
        <a:srgbClr val="666666"/>
      </a:dk2>
      <a:lt2>
        <a:srgbClr val="CCCCCC"/>
      </a:lt2>
      <a:accent1>
        <a:srgbClr val="3A81BA"/>
      </a:accent1>
      <a:accent2>
        <a:srgbClr val="D89F39"/>
      </a:accent2>
      <a:accent3>
        <a:srgbClr val="8BAB42"/>
      </a:accent3>
      <a:accent4>
        <a:srgbClr val="57A7B5"/>
      </a:accent4>
      <a:accent5>
        <a:srgbClr val="8B81D2"/>
      </a:accent5>
      <a:accent6>
        <a:srgbClr val="963334"/>
      </a:accent6>
      <a:hlink>
        <a:srgbClr val="1155CC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3583</TotalTime>
  <Words>113</Words>
  <Application>Microsoft Office PowerPoint</Application>
  <PresentationFormat>On-screen Show (16:9)</PresentationFormat>
  <Paragraphs>39</Paragraphs>
  <Slides>17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Arial</vt:lpstr>
      <vt:lpstr>Lora</vt:lpstr>
      <vt:lpstr>Quattrocento Sans</vt:lpstr>
      <vt:lpstr>Viola template</vt:lpstr>
      <vt:lpstr>Attendance Webform System</vt:lpstr>
      <vt:lpstr>Latar Belakang</vt:lpstr>
      <vt:lpstr>Flow Pengajuan Izin &amp; Cuti Sekarang</vt:lpstr>
      <vt:lpstr>Masalah?</vt:lpstr>
      <vt:lpstr>Solusi?</vt:lpstr>
      <vt:lpstr>Manfaat</vt:lpstr>
      <vt:lpstr>Flow Process Baru</vt:lpstr>
      <vt:lpstr>PowerPoint Presentation</vt:lpstr>
      <vt:lpstr>Panduan Penggunaan System</vt:lpstr>
      <vt:lpstr>Login</vt:lpstr>
      <vt:lpstr>Home</vt:lpstr>
      <vt:lpstr>Pengajuan Cuti</vt:lpstr>
      <vt:lpstr>Pengajuan Izin</vt:lpstr>
      <vt:lpstr>Pengajuan Izin Khusus &amp; Dispensasi</vt:lpstr>
      <vt:lpstr>Notifikasi</vt:lpstr>
      <vt:lpstr>Approval</vt:lpstr>
      <vt:lpstr>Terima Kasih!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Attendance Webform System</dc:title>
  <dc:creator>Rizky Ikhsandio</dc:creator>
  <cp:lastModifiedBy>Rizky Ikhsandio</cp:lastModifiedBy>
  <cp:revision>19</cp:revision>
  <dcterms:modified xsi:type="dcterms:W3CDTF">2018-05-21T02:01:17Z</dcterms:modified>
</cp:coreProperties>
</file>