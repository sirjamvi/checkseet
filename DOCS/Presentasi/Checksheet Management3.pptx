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82" r:id="rId4"/>
    <p:sldId id="259" r:id="rId5"/>
    <p:sldId id="278" r:id="rId6"/>
    <p:sldId id="279" r:id="rId7"/>
    <p:sldId id="260" r:id="rId8"/>
    <p:sldId id="272" r:id="rId9"/>
    <p:sldId id="273" r:id="rId10"/>
    <p:sldId id="280" r:id="rId11"/>
    <p:sldId id="281" r:id="rId12"/>
    <p:sldId id="270" r:id="rId13"/>
    <p:sldId id="271" r:id="rId14"/>
    <p:sldId id="276" r:id="rId15"/>
    <p:sldId id="283" r:id="rId16"/>
    <p:sldId id="274" r:id="rId17"/>
    <p:sldId id="275" r:id="rId18"/>
    <p:sldId id="269" r:id="rId19"/>
  </p:sldIdLst>
  <p:sldSz cx="18288000" cy="10287000"/>
  <p:notesSz cx="6858000" cy="9144000"/>
  <p:embeddedFontLst>
    <p:embeddedFont>
      <p:font typeface="Karnchang Bold" panose="020B0604020202020204" charset="-34"/>
      <p:regular r:id="rId21"/>
    </p:embeddedFont>
    <p:embeddedFont>
      <p:font typeface="Arimo" panose="020B0604020202020204" charset="0"/>
      <p:regular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Montserrat Medium" panose="020B0604020202020204" charset="0"/>
      <p:regular r:id="rId27"/>
    </p:embeddedFont>
    <p:embeddedFont>
      <p:font typeface="Karnchang" panose="020B0604020202020204" charset="-3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7" d="100"/>
          <a:sy n="57" d="100"/>
        </p:scale>
        <p:origin x="4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3A843A-96FA-4FD3-9761-F1297EE7AD86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5B1A45-DC5A-4518-ACDE-74CD90404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046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5B1A45-DC5A-4518-ACDE-74CD90404D4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740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619125"/>
            <a:ext cx="8951437" cy="132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PITCH DECK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204132"/>
            <a:ext cx="9725747" cy="256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>
                <a:solidFill>
                  <a:srgbClr val="000000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CHECKSHEET MANAGEMENT SYSTEM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5630956"/>
            <a:ext cx="5544493" cy="143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l">
              <a:lnSpc>
                <a:spcPts val="5599"/>
              </a:lnSpc>
              <a:buFontTx/>
              <a:buChar char="-"/>
            </a:pPr>
            <a:r>
              <a:rPr lang="en-US" sz="3999" dirty="0" err="1" smtClean="0">
                <a:solidFill>
                  <a:srgbClr val="000000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Vieri</a:t>
            </a:r>
            <a:r>
              <a:rPr lang="en-US" sz="3999" dirty="0" smtClean="0">
                <a:solidFill>
                  <a:srgbClr val="000000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 </a:t>
            </a:r>
            <a:r>
              <a:rPr lang="en-US" sz="3999" dirty="0" err="1" smtClean="0">
                <a:solidFill>
                  <a:srgbClr val="000000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Fajar</a:t>
            </a:r>
            <a:r>
              <a:rPr lang="en-US" sz="3999" dirty="0" smtClean="0">
                <a:solidFill>
                  <a:srgbClr val="000000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 </a:t>
            </a:r>
            <a:r>
              <a:rPr lang="en-US" sz="3999" dirty="0" err="1" smtClean="0">
                <a:solidFill>
                  <a:srgbClr val="000000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Firdaus</a:t>
            </a:r>
            <a:endParaRPr lang="en-US" sz="3999" dirty="0" smtClean="0">
              <a:solidFill>
                <a:srgbClr val="000000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  <a:p>
            <a:pPr marL="571500" indent="-571500" algn="l">
              <a:lnSpc>
                <a:spcPts val="5599"/>
              </a:lnSpc>
              <a:buFontTx/>
              <a:buChar char="-"/>
            </a:pPr>
            <a:r>
              <a:rPr lang="en-US" sz="3999" dirty="0" err="1" smtClean="0">
                <a:solidFill>
                  <a:srgbClr val="000000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Ferindya</a:t>
            </a:r>
            <a:r>
              <a:rPr lang="en-US" sz="3999" dirty="0" smtClean="0">
                <a:solidFill>
                  <a:srgbClr val="000000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 </a:t>
            </a:r>
            <a:r>
              <a:rPr lang="en-US" sz="3999" dirty="0" err="1" smtClean="0">
                <a:solidFill>
                  <a:srgbClr val="000000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Aulia</a:t>
            </a:r>
            <a:r>
              <a:rPr lang="en-US" sz="3999" dirty="0" smtClean="0">
                <a:solidFill>
                  <a:srgbClr val="000000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 B.</a:t>
            </a:r>
            <a:endParaRPr lang="en-US" sz="3999" dirty="0">
              <a:solidFill>
                <a:srgbClr val="000000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0754447" y="-3093732"/>
            <a:ext cx="18901247" cy="17982775"/>
            <a:chOff x="0" y="0"/>
            <a:chExt cx="25201662" cy="23977033"/>
          </a:xfrm>
        </p:grpSpPr>
        <p:grpSp>
          <p:nvGrpSpPr>
            <p:cNvPr id="7" name="Group 7"/>
            <p:cNvGrpSpPr/>
            <p:nvPr/>
          </p:nvGrpSpPr>
          <p:grpSpPr>
            <a:xfrm rot="2252144">
              <a:off x="2887185" y="2861146"/>
              <a:ext cx="14259267" cy="14323066"/>
              <a:chOff x="0" y="0"/>
              <a:chExt cx="2816645" cy="282924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2252144">
              <a:off x="4620058" y="6213209"/>
              <a:ext cx="14259267" cy="14323066"/>
              <a:chOff x="0" y="0"/>
              <a:chExt cx="2816645" cy="282924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2252144">
              <a:off x="8055210" y="6792821"/>
              <a:ext cx="14259267" cy="14323066"/>
              <a:chOff x="0" y="0"/>
              <a:chExt cx="2816645" cy="282924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7067" y="448280"/>
            <a:ext cx="16713866" cy="9245778"/>
            <a:chOff x="0" y="-38100"/>
            <a:chExt cx="4402006" cy="24351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02006" cy="2397002"/>
            </a:xfrm>
            <a:custGeom>
              <a:avLst/>
              <a:gdLst/>
              <a:ahLst/>
              <a:cxnLst/>
              <a:rect l="l" t="t" r="r" b="b"/>
              <a:pathLst>
                <a:path w="4402006" h="2397002">
                  <a:moveTo>
                    <a:pt x="23623" y="0"/>
                  </a:moveTo>
                  <a:lnTo>
                    <a:pt x="4378382" y="0"/>
                  </a:lnTo>
                  <a:cubicBezTo>
                    <a:pt x="4391429" y="0"/>
                    <a:pt x="4402006" y="10577"/>
                    <a:pt x="4402006" y="23623"/>
                  </a:cubicBezTo>
                  <a:lnTo>
                    <a:pt x="4402006" y="2373379"/>
                  </a:lnTo>
                  <a:cubicBezTo>
                    <a:pt x="4402006" y="2379644"/>
                    <a:pt x="4399517" y="2385653"/>
                    <a:pt x="4395087" y="2390083"/>
                  </a:cubicBezTo>
                  <a:cubicBezTo>
                    <a:pt x="4390656" y="2394513"/>
                    <a:pt x="4384647" y="2397002"/>
                    <a:pt x="4378382" y="2397002"/>
                  </a:cubicBezTo>
                  <a:lnTo>
                    <a:pt x="23623" y="2397002"/>
                  </a:lnTo>
                  <a:cubicBezTo>
                    <a:pt x="17358" y="2397002"/>
                    <a:pt x="11349" y="2394513"/>
                    <a:pt x="6919" y="2390083"/>
                  </a:cubicBezTo>
                  <a:cubicBezTo>
                    <a:pt x="2489" y="2385653"/>
                    <a:pt x="0" y="2379644"/>
                    <a:pt x="0" y="2373379"/>
                  </a:cubicBezTo>
                  <a:lnTo>
                    <a:pt x="0" y="23623"/>
                  </a:lnTo>
                  <a:cubicBezTo>
                    <a:pt x="0" y="17358"/>
                    <a:pt x="2489" y="11349"/>
                    <a:pt x="6919" y="6919"/>
                  </a:cubicBezTo>
                  <a:cubicBezTo>
                    <a:pt x="11349" y="2489"/>
                    <a:pt x="17358" y="0"/>
                    <a:pt x="23623" y="0"/>
                  </a:cubicBezTo>
                  <a:close/>
                </a:path>
              </a:pathLst>
            </a:custGeom>
            <a:solidFill>
              <a:srgbClr val="E6EAEF"/>
            </a:solidFill>
            <a:ln w="19050" cap="rnd">
              <a:solidFill>
                <a:srgbClr val="243342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02006" cy="24351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2182284" y="2925928"/>
            <a:ext cx="12981516" cy="5951372"/>
            <a:chOff x="0" y="0"/>
            <a:chExt cx="2187113" cy="46822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87113" cy="468225"/>
            </a:xfrm>
            <a:custGeom>
              <a:avLst/>
              <a:gdLst/>
              <a:ahLst/>
              <a:cxnLst/>
              <a:rect l="l" t="t" r="r" b="b"/>
              <a:pathLst>
                <a:path w="2187113" h="468225">
                  <a:moveTo>
                    <a:pt x="47547" y="0"/>
                  </a:moveTo>
                  <a:lnTo>
                    <a:pt x="2139566" y="0"/>
                  </a:lnTo>
                  <a:cubicBezTo>
                    <a:pt x="2152177" y="0"/>
                    <a:pt x="2164270" y="5009"/>
                    <a:pt x="2173187" y="13926"/>
                  </a:cubicBezTo>
                  <a:cubicBezTo>
                    <a:pt x="2182104" y="22843"/>
                    <a:pt x="2187113" y="34937"/>
                    <a:pt x="2187113" y="47547"/>
                  </a:cubicBezTo>
                  <a:lnTo>
                    <a:pt x="2187113" y="420678"/>
                  </a:lnTo>
                  <a:cubicBezTo>
                    <a:pt x="2187113" y="433288"/>
                    <a:pt x="2182104" y="445382"/>
                    <a:pt x="2173187" y="454299"/>
                  </a:cubicBezTo>
                  <a:cubicBezTo>
                    <a:pt x="2164270" y="463216"/>
                    <a:pt x="2152177" y="468225"/>
                    <a:pt x="2139566" y="468225"/>
                  </a:cubicBezTo>
                  <a:lnTo>
                    <a:pt x="47547" y="468225"/>
                  </a:lnTo>
                  <a:cubicBezTo>
                    <a:pt x="34937" y="468225"/>
                    <a:pt x="22843" y="463216"/>
                    <a:pt x="13926" y="454299"/>
                  </a:cubicBezTo>
                  <a:cubicBezTo>
                    <a:pt x="5009" y="445382"/>
                    <a:pt x="0" y="433288"/>
                    <a:pt x="0" y="420678"/>
                  </a:cubicBezTo>
                  <a:lnTo>
                    <a:pt x="0" y="47547"/>
                  </a:lnTo>
                  <a:cubicBezTo>
                    <a:pt x="0" y="34937"/>
                    <a:pt x="5009" y="22843"/>
                    <a:pt x="13926" y="13926"/>
                  </a:cubicBezTo>
                  <a:cubicBezTo>
                    <a:pt x="22843" y="5009"/>
                    <a:pt x="34937" y="0"/>
                    <a:pt x="47547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2187113" cy="506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278279" y="-2594425"/>
            <a:ext cx="7384685" cy="102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Pengambilan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data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mesin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produksi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dilakukan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secara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konvensional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menggunakan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kertas</a:t>
            </a:r>
            <a:endParaRPr lang="en-US" sz="28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122633" y="1673873"/>
            <a:ext cx="5811568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smtClean="0">
                <a:solidFill>
                  <a:srgbClr val="000000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Overview</a:t>
            </a:r>
            <a:endParaRPr lang="en-US" sz="6500" dirty="0">
              <a:solidFill>
                <a:srgbClr val="000000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5706779" y="10698260"/>
            <a:ext cx="7956185" cy="331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Hal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tersebut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menyebabkan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pengambilan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informasi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data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terkait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mesin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produksi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dibutuhkan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waktu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cukup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lama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yaitu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sekitar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minggu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Dengan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hadirnya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checkseet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management system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ini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perusahaan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diharapkan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mendapat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informasi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data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secara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akurat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cepat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1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572000" y="4122708"/>
            <a:ext cx="9144000" cy="51488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779"/>
              </a:lnSpc>
            </a:pPr>
            <a:endParaRPr lang="en-US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667000" y="3091649"/>
            <a:ext cx="115824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Checksheet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Management System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merupakan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sistem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yang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digunakan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untuk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mencatat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mengelola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data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mesin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produksi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dan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melakukan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approval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terhadap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startup.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Melalui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sistem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ini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user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dapat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melakukan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input,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melihat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dan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mengubah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data.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Sedangkan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admin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dapat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melakukan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berbagai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aksi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terkait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dengan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pengubahan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dan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penghapusan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data.</a:t>
            </a:r>
          </a:p>
          <a:p>
            <a:pPr>
              <a:lnSpc>
                <a:spcPct val="150000"/>
              </a:lnSpc>
            </a:pPr>
            <a:endParaRPr lang="en-US" sz="2400" b="1" dirty="0" smtClean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7067" y="448280"/>
            <a:ext cx="16713866" cy="9245778"/>
            <a:chOff x="0" y="-38100"/>
            <a:chExt cx="4402006" cy="24351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02006" cy="2397002"/>
            </a:xfrm>
            <a:custGeom>
              <a:avLst/>
              <a:gdLst/>
              <a:ahLst/>
              <a:cxnLst/>
              <a:rect l="l" t="t" r="r" b="b"/>
              <a:pathLst>
                <a:path w="4402006" h="2397002">
                  <a:moveTo>
                    <a:pt x="23623" y="0"/>
                  </a:moveTo>
                  <a:lnTo>
                    <a:pt x="4378382" y="0"/>
                  </a:lnTo>
                  <a:cubicBezTo>
                    <a:pt x="4391429" y="0"/>
                    <a:pt x="4402006" y="10577"/>
                    <a:pt x="4402006" y="23623"/>
                  </a:cubicBezTo>
                  <a:lnTo>
                    <a:pt x="4402006" y="2373379"/>
                  </a:lnTo>
                  <a:cubicBezTo>
                    <a:pt x="4402006" y="2379644"/>
                    <a:pt x="4399517" y="2385653"/>
                    <a:pt x="4395087" y="2390083"/>
                  </a:cubicBezTo>
                  <a:cubicBezTo>
                    <a:pt x="4390656" y="2394513"/>
                    <a:pt x="4384647" y="2397002"/>
                    <a:pt x="4378382" y="2397002"/>
                  </a:cubicBezTo>
                  <a:lnTo>
                    <a:pt x="23623" y="2397002"/>
                  </a:lnTo>
                  <a:cubicBezTo>
                    <a:pt x="17358" y="2397002"/>
                    <a:pt x="11349" y="2394513"/>
                    <a:pt x="6919" y="2390083"/>
                  </a:cubicBezTo>
                  <a:cubicBezTo>
                    <a:pt x="2489" y="2385653"/>
                    <a:pt x="0" y="2379644"/>
                    <a:pt x="0" y="2373379"/>
                  </a:cubicBezTo>
                  <a:lnTo>
                    <a:pt x="0" y="23623"/>
                  </a:lnTo>
                  <a:cubicBezTo>
                    <a:pt x="0" y="17358"/>
                    <a:pt x="2489" y="11349"/>
                    <a:pt x="6919" y="6919"/>
                  </a:cubicBezTo>
                  <a:cubicBezTo>
                    <a:pt x="11349" y="2489"/>
                    <a:pt x="17358" y="0"/>
                    <a:pt x="23623" y="0"/>
                  </a:cubicBezTo>
                  <a:close/>
                </a:path>
              </a:pathLst>
            </a:custGeom>
            <a:solidFill>
              <a:srgbClr val="E6EAEF"/>
            </a:solidFill>
            <a:ln w="19050" cap="rnd">
              <a:solidFill>
                <a:srgbClr val="243342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02006" cy="24351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2182284" y="2925928"/>
            <a:ext cx="12981516" cy="1531772"/>
            <a:chOff x="0" y="0"/>
            <a:chExt cx="2187113" cy="46822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87113" cy="468225"/>
            </a:xfrm>
            <a:custGeom>
              <a:avLst/>
              <a:gdLst/>
              <a:ahLst/>
              <a:cxnLst/>
              <a:rect l="l" t="t" r="r" b="b"/>
              <a:pathLst>
                <a:path w="2187113" h="468225">
                  <a:moveTo>
                    <a:pt x="47547" y="0"/>
                  </a:moveTo>
                  <a:lnTo>
                    <a:pt x="2139566" y="0"/>
                  </a:lnTo>
                  <a:cubicBezTo>
                    <a:pt x="2152177" y="0"/>
                    <a:pt x="2164270" y="5009"/>
                    <a:pt x="2173187" y="13926"/>
                  </a:cubicBezTo>
                  <a:cubicBezTo>
                    <a:pt x="2182104" y="22843"/>
                    <a:pt x="2187113" y="34937"/>
                    <a:pt x="2187113" y="47547"/>
                  </a:cubicBezTo>
                  <a:lnTo>
                    <a:pt x="2187113" y="420678"/>
                  </a:lnTo>
                  <a:cubicBezTo>
                    <a:pt x="2187113" y="433288"/>
                    <a:pt x="2182104" y="445382"/>
                    <a:pt x="2173187" y="454299"/>
                  </a:cubicBezTo>
                  <a:cubicBezTo>
                    <a:pt x="2164270" y="463216"/>
                    <a:pt x="2152177" y="468225"/>
                    <a:pt x="2139566" y="468225"/>
                  </a:cubicBezTo>
                  <a:lnTo>
                    <a:pt x="47547" y="468225"/>
                  </a:lnTo>
                  <a:cubicBezTo>
                    <a:pt x="34937" y="468225"/>
                    <a:pt x="22843" y="463216"/>
                    <a:pt x="13926" y="454299"/>
                  </a:cubicBezTo>
                  <a:cubicBezTo>
                    <a:pt x="5009" y="445382"/>
                    <a:pt x="0" y="433288"/>
                    <a:pt x="0" y="420678"/>
                  </a:cubicBezTo>
                  <a:lnTo>
                    <a:pt x="0" y="47547"/>
                  </a:lnTo>
                  <a:cubicBezTo>
                    <a:pt x="0" y="34937"/>
                    <a:pt x="5009" y="22843"/>
                    <a:pt x="13926" y="13926"/>
                  </a:cubicBezTo>
                  <a:cubicBezTo>
                    <a:pt x="22843" y="5009"/>
                    <a:pt x="34937" y="0"/>
                    <a:pt x="47547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2187113" cy="506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278279" y="-2594425"/>
            <a:ext cx="7384685" cy="102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Pengambilan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data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mesin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produksi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dilakukan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secara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konvensional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menggunakan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kertas</a:t>
            </a:r>
            <a:endParaRPr lang="en-US" sz="28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122632" y="1673873"/>
            <a:ext cx="7731811" cy="810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err="1" smtClean="0">
                <a:solidFill>
                  <a:srgbClr val="000000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Masalah</a:t>
            </a:r>
            <a:endParaRPr lang="en-US" sz="6500" dirty="0">
              <a:solidFill>
                <a:srgbClr val="000000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5706779" y="10698260"/>
            <a:ext cx="7956185" cy="331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Hal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tersebut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menyebabkan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pengambilan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informasi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data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terkait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mesin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produksi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dibutuhkan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waktu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cukup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lama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yaitu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sekitar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minggu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Dengan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hadirnya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checkseet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management system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ini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perusahaan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diharapkan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mendapat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informasi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data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secara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akurat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cepat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1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572000" y="4122708"/>
            <a:ext cx="9144000" cy="51488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779"/>
              </a:lnSpc>
            </a:pPr>
            <a:endParaRPr lang="en-US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667000" y="3091649"/>
            <a:ext cx="11582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Pengambilan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data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mesin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produksi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dilakukan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secara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konvensional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menggunakan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kertas</a:t>
            </a:r>
            <a:endParaRPr lang="en-US" sz="2400" dirty="0" smtClean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44" name="Group 30"/>
          <p:cNvGrpSpPr/>
          <p:nvPr/>
        </p:nvGrpSpPr>
        <p:grpSpPr>
          <a:xfrm>
            <a:off x="2182284" y="4946918"/>
            <a:ext cx="12981516" cy="1187182"/>
            <a:chOff x="0" y="0"/>
            <a:chExt cx="2187113" cy="468225"/>
          </a:xfrm>
        </p:grpSpPr>
        <p:sp>
          <p:nvSpPr>
            <p:cNvPr id="45" name="Freeform 31"/>
            <p:cNvSpPr/>
            <p:nvPr/>
          </p:nvSpPr>
          <p:spPr>
            <a:xfrm>
              <a:off x="0" y="0"/>
              <a:ext cx="2187113" cy="468225"/>
            </a:xfrm>
            <a:custGeom>
              <a:avLst/>
              <a:gdLst/>
              <a:ahLst/>
              <a:cxnLst/>
              <a:rect l="l" t="t" r="r" b="b"/>
              <a:pathLst>
                <a:path w="2187113" h="468225">
                  <a:moveTo>
                    <a:pt x="47547" y="0"/>
                  </a:moveTo>
                  <a:lnTo>
                    <a:pt x="2139566" y="0"/>
                  </a:lnTo>
                  <a:cubicBezTo>
                    <a:pt x="2152177" y="0"/>
                    <a:pt x="2164270" y="5009"/>
                    <a:pt x="2173187" y="13926"/>
                  </a:cubicBezTo>
                  <a:cubicBezTo>
                    <a:pt x="2182104" y="22843"/>
                    <a:pt x="2187113" y="34937"/>
                    <a:pt x="2187113" y="47547"/>
                  </a:cubicBezTo>
                  <a:lnTo>
                    <a:pt x="2187113" y="420678"/>
                  </a:lnTo>
                  <a:cubicBezTo>
                    <a:pt x="2187113" y="433288"/>
                    <a:pt x="2182104" y="445382"/>
                    <a:pt x="2173187" y="454299"/>
                  </a:cubicBezTo>
                  <a:cubicBezTo>
                    <a:pt x="2164270" y="463216"/>
                    <a:pt x="2152177" y="468225"/>
                    <a:pt x="2139566" y="468225"/>
                  </a:cubicBezTo>
                  <a:lnTo>
                    <a:pt x="47547" y="468225"/>
                  </a:lnTo>
                  <a:cubicBezTo>
                    <a:pt x="34937" y="468225"/>
                    <a:pt x="22843" y="463216"/>
                    <a:pt x="13926" y="454299"/>
                  </a:cubicBezTo>
                  <a:cubicBezTo>
                    <a:pt x="5009" y="445382"/>
                    <a:pt x="0" y="433288"/>
                    <a:pt x="0" y="420678"/>
                  </a:cubicBezTo>
                  <a:lnTo>
                    <a:pt x="0" y="47547"/>
                  </a:lnTo>
                  <a:cubicBezTo>
                    <a:pt x="0" y="34937"/>
                    <a:pt x="5009" y="22843"/>
                    <a:pt x="13926" y="13926"/>
                  </a:cubicBezTo>
                  <a:cubicBezTo>
                    <a:pt x="22843" y="5009"/>
                    <a:pt x="34937" y="0"/>
                    <a:pt x="47547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46" name="TextBox 32"/>
            <p:cNvSpPr txBox="1"/>
            <p:nvPr/>
          </p:nvSpPr>
          <p:spPr>
            <a:xfrm>
              <a:off x="0" y="-38100"/>
              <a:ext cx="2187113" cy="506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47" name="Rectangle 46"/>
          <p:cNvSpPr/>
          <p:nvPr/>
        </p:nvSpPr>
        <p:spPr>
          <a:xfrm>
            <a:off x="2667000" y="5217343"/>
            <a:ext cx="11506200" cy="583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Rawan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untuk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terjadi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kehilangan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dokumen</a:t>
            </a:r>
            <a:endParaRPr lang="en-US" sz="2400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0" name="TextBox 32"/>
          <p:cNvSpPr txBox="1"/>
          <p:nvPr/>
        </p:nvSpPr>
        <p:spPr>
          <a:xfrm>
            <a:off x="2182284" y="6551737"/>
            <a:ext cx="12981516" cy="133292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362"/>
              </a:lnSpc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6348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8091" y="296276"/>
            <a:ext cx="16713866" cy="9101117"/>
            <a:chOff x="0" y="0"/>
            <a:chExt cx="4402006" cy="23970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02006" cy="2397002"/>
            </a:xfrm>
            <a:custGeom>
              <a:avLst/>
              <a:gdLst/>
              <a:ahLst/>
              <a:cxnLst/>
              <a:rect l="l" t="t" r="r" b="b"/>
              <a:pathLst>
                <a:path w="4402006" h="2397002">
                  <a:moveTo>
                    <a:pt x="23623" y="0"/>
                  </a:moveTo>
                  <a:lnTo>
                    <a:pt x="4378382" y="0"/>
                  </a:lnTo>
                  <a:cubicBezTo>
                    <a:pt x="4391429" y="0"/>
                    <a:pt x="4402006" y="10577"/>
                    <a:pt x="4402006" y="23623"/>
                  </a:cubicBezTo>
                  <a:lnTo>
                    <a:pt x="4402006" y="2373379"/>
                  </a:lnTo>
                  <a:cubicBezTo>
                    <a:pt x="4402006" y="2379644"/>
                    <a:pt x="4399517" y="2385653"/>
                    <a:pt x="4395087" y="2390083"/>
                  </a:cubicBezTo>
                  <a:cubicBezTo>
                    <a:pt x="4390656" y="2394513"/>
                    <a:pt x="4384647" y="2397002"/>
                    <a:pt x="4378382" y="2397002"/>
                  </a:cubicBezTo>
                  <a:lnTo>
                    <a:pt x="23623" y="2397002"/>
                  </a:lnTo>
                  <a:cubicBezTo>
                    <a:pt x="17358" y="2397002"/>
                    <a:pt x="11349" y="2394513"/>
                    <a:pt x="6919" y="2390083"/>
                  </a:cubicBezTo>
                  <a:cubicBezTo>
                    <a:pt x="2489" y="2385653"/>
                    <a:pt x="0" y="2379644"/>
                    <a:pt x="0" y="2373379"/>
                  </a:cubicBezTo>
                  <a:lnTo>
                    <a:pt x="0" y="23623"/>
                  </a:lnTo>
                  <a:cubicBezTo>
                    <a:pt x="0" y="17358"/>
                    <a:pt x="2489" y="11349"/>
                    <a:pt x="6919" y="6919"/>
                  </a:cubicBezTo>
                  <a:cubicBezTo>
                    <a:pt x="11349" y="2489"/>
                    <a:pt x="17358" y="0"/>
                    <a:pt x="23623" y="0"/>
                  </a:cubicBezTo>
                  <a:close/>
                </a:path>
              </a:pathLst>
            </a:custGeom>
            <a:solidFill>
              <a:srgbClr val="E6EAEF"/>
            </a:solidFill>
            <a:ln w="19050" cap="rnd">
              <a:solidFill>
                <a:srgbClr val="243342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02006" cy="24351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525871" y="1440148"/>
            <a:ext cx="9710948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44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Flow Input Data </a:t>
            </a:r>
            <a:r>
              <a:rPr lang="en-US" sz="4400" dirty="0" err="1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Sekarang</a:t>
            </a:r>
            <a:endParaRPr lang="en-US" sz="44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8853667" y="956212"/>
            <a:ext cx="8096003" cy="2592961"/>
            <a:chOff x="0" y="-18541"/>
            <a:chExt cx="10794670" cy="3457280"/>
          </a:xfrm>
        </p:grpSpPr>
        <p:sp>
          <p:nvSpPr>
            <p:cNvPr id="30" name="TextBox 30"/>
            <p:cNvSpPr txBox="1"/>
            <p:nvPr/>
          </p:nvSpPr>
          <p:spPr>
            <a:xfrm>
              <a:off x="0" y="875469"/>
              <a:ext cx="10794670" cy="2563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4216" y="1168002"/>
              <a:ext cx="10204030" cy="6165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</a:pPr>
              <a:endParaRPr lang="en-US" sz="2700" dirty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29949" y="-18541"/>
              <a:ext cx="9156781" cy="665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80"/>
                </a:lnSpc>
              </a:pPr>
              <a:endPara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2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42" name="Group 42"/>
          <p:cNvGrpSpPr/>
          <p:nvPr/>
        </p:nvGrpSpPr>
        <p:grpSpPr>
          <a:xfrm>
            <a:off x="8853667" y="3840067"/>
            <a:ext cx="8096003" cy="2592961"/>
            <a:chOff x="0" y="-18541"/>
            <a:chExt cx="10794670" cy="3457280"/>
          </a:xfrm>
        </p:grpSpPr>
        <p:sp>
          <p:nvSpPr>
            <p:cNvPr id="46" name="TextBox 46"/>
            <p:cNvSpPr txBox="1"/>
            <p:nvPr/>
          </p:nvSpPr>
          <p:spPr>
            <a:xfrm>
              <a:off x="0" y="875469"/>
              <a:ext cx="10794670" cy="2563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04216" y="1168003"/>
              <a:ext cx="10204030" cy="6165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</a:pPr>
              <a:endParaRPr lang="en-US" sz="2700" dirty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9949" y="-18541"/>
              <a:ext cx="9156781" cy="665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80"/>
                </a:lnSpc>
              </a:pPr>
              <a:endPara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79818" y="4472283"/>
            <a:ext cx="15287533" cy="4565944"/>
            <a:chOff x="-9588706" y="-607388"/>
            <a:chExt cx="20383376" cy="4046127"/>
          </a:xfrm>
        </p:grpSpPr>
        <p:grpSp>
          <p:nvGrpSpPr>
            <p:cNvPr id="51" name="Group 51"/>
            <p:cNvGrpSpPr/>
            <p:nvPr/>
          </p:nvGrpSpPr>
          <p:grpSpPr>
            <a:xfrm>
              <a:off x="-9588706" y="-607388"/>
              <a:ext cx="20383376" cy="4046127"/>
              <a:chOff x="-1894066" y="-331010"/>
              <a:chExt cx="4026347" cy="79923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-1894066" y="-331010"/>
                <a:ext cx="543090" cy="192263"/>
              </a:xfrm>
              <a:custGeom>
                <a:avLst/>
                <a:gdLst/>
                <a:ahLst/>
                <a:cxnLst/>
                <a:rect l="l" t="t" r="r" b="b"/>
                <a:pathLst>
                  <a:path w="2132281" h="468225">
                    <a:moveTo>
                      <a:pt x="48769" y="0"/>
                    </a:moveTo>
                    <a:lnTo>
                      <a:pt x="2083511" y="0"/>
                    </a:lnTo>
                    <a:cubicBezTo>
                      <a:pt x="2096445" y="0"/>
                      <a:pt x="2108850" y="5138"/>
                      <a:pt x="2117996" y="14284"/>
                    </a:cubicBezTo>
                    <a:cubicBezTo>
                      <a:pt x="2127142" y="23430"/>
                      <a:pt x="2132281" y="35835"/>
                      <a:pt x="2132281" y="48769"/>
                    </a:cubicBezTo>
                    <a:lnTo>
                      <a:pt x="2132281" y="419456"/>
                    </a:lnTo>
                    <a:cubicBezTo>
                      <a:pt x="2132281" y="446390"/>
                      <a:pt x="2110446" y="468225"/>
                      <a:pt x="2083511" y="468225"/>
                    </a:cubicBezTo>
                    <a:lnTo>
                      <a:pt x="48769" y="468225"/>
                    </a:lnTo>
                    <a:cubicBezTo>
                      <a:pt x="21835" y="468225"/>
                      <a:pt x="0" y="446390"/>
                      <a:pt x="0" y="419456"/>
                    </a:cubicBezTo>
                    <a:lnTo>
                      <a:pt x="0" y="48769"/>
                    </a:lnTo>
                    <a:cubicBezTo>
                      <a:pt x="0" y="21835"/>
                      <a:pt x="21835" y="0"/>
                      <a:pt x="48769" y="0"/>
                    </a:cubicBezTo>
                    <a:close/>
                  </a:path>
                </a:pathLst>
              </a:custGeom>
              <a:solidFill>
                <a:srgbClr val="858789">
                  <a:alpha val="40000"/>
                </a:srgbClr>
              </a:solidFill>
              <a:ln w="19050" cap="rnd">
                <a:solidFill>
                  <a:srgbClr val="243342">
                    <a:alpha val="40000"/>
                  </a:srgbClr>
                </a:solidFill>
                <a:prstDash val="solid"/>
                <a:round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0" y="-38100"/>
                <a:ext cx="2132281" cy="5063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2"/>
                  </a:lnSpc>
                </a:pPr>
                <a:endParaRPr/>
              </a:p>
            </p:txBody>
          </p:sp>
        </p:grpSp>
        <p:sp>
          <p:nvSpPr>
            <p:cNvPr id="54" name="TextBox 54"/>
            <p:cNvSpPr txBox="1"/>
            <p:nvPr/>
          </p:nvSpPr>
          <p:spPr>
            <a:xfrm>
              <a:off x="-4420428" y="1168002"/>
              <a:ext cx="5213938" cy="86366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500" dirty="0" err="1" smtClean="0">
                  <a:solidFill>
                    <a:srgbClr val="000000"/>
                  </a:solidFill>
                  <a:latin typeface="Karnchang"/>
                  <a:ea typeface="Karnchang"/>
                  <a:cs typeface="Karnchang"/>
                  <a:sym typeface="Karnchang"/>
                </a:rPr>
                <a:t>Karyawan</a:t>
              </a:r>
              <a:r>
                <a:rPr lang="en-US" sz="2500" dirty="0" smtClean="0">
                  <a:solidFill>
                    <a:srgbClr val="000000"/>
                  </a:solidFill>
                  <a:latin typeface="Karnchang"/>
                  <a:ea typeface="Karnchang"/>
                  <a:cs typeface="Karnchang"/>
                  <a:sym typeface="Karnchang"/>
                </a:rPr>
                <a:t> </a:t>
              </a:r>
              <a:r>
                <a:rPr lang="en-US" sz="2500" dirty="0" err="1" smtClean="0">
                  <a:solidFill>
                    <a:srgbClr val="000000"/>
                  </a:solidFill>
                  <a:latin typeface="Karnchang"/>
                  <a:ea typeface="Karnchang"/>
                  <a:cs typeface="Karnchang"/>
                  <a:sym typeface="Karnchang"/>
                </a:rPr>
                <a:t>mengisi</a:t>
              </a:r>
              <a:r>
                <a:rPr lang="en-US" sz="2500" dirty="0" smtClean="0">
                  <a:solidFill>
                    <a:srgbClr val="000000"/>
                  </a:solidFill>
                  <a:latin typeface="Karnchang"/>
                  <a:ea typeface="Karnchang"/>
                  <a:cs typeface="Karnchang"/>
                  <a:sym typeface="Karnchang"/>
                </a:rPr>
                <a:t> form input data </a:t>
              </a:r>
              <a:r>
                <a:rPr lang="en-US" sz="2500" dirty="0" err="1" smtClean="0">
                  <a:solidFill>
                    <a:srgbClr val="000000"/>
                  </a:solidFill>
                  <a:latin typeface="Karnchang"/>
                  <a:ea typeface="Karnchang"/>
                  <a:cs typeface="Karnchang"/>
                  <a:sym typeface="Karnchang"/>
                </a:rPr>
                <a:t>secara</a:t>
              </a:r>
              <a:r>
                <a:rPr lang="en-US" sz="2500" dirty="0" smtClean="0">
                  <a:solidFill>
                    <a:srgbClr val="000000"/>
                  </a:solidFill>
                  <a:latin typeface="Karnchang"/>
                  <a:ea typeface="Karnchang"/>
                  <a:cs typeface="Karnchang"/>
                  <a:sym typeface="Karnchang"/>
                </a:rPr>
                <a:t> manual</a:t>
              </a:r>
              <a:endParaRPr lang="en-US" sz="2500" dirty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-2151636" y="78260"/>
              <a:ext cx="9156781" cy="4426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80"/>
                </a:lnSpc>
              </a:pPr>
              <a:endPara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endParaRPr>
            </a:p>
          </p:txBody>
        </p:sp>
      </p:grpSp>
      <p:sp>
        <p:nvSpPr>
          <p:cNvPr id="56" name="Rectangle 55"/>
          <p:cNvSpPr/>
          <p:nvPr/>
        </p:nvSpPr>
        <p:spPr>
          <a:xfrm>
            <a:off x="1519980" y="4729975"/>
            <a:ext cx="2121710" cy="579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779"/>
              </a:lnSpc>
            </a:pPr>
            <a:r>
              <a:rPr lang="en-US" sz="3600" dirty="0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START</a:t>
            </a:r>
            <a:endParaRPr lang="en-US" sz="3600" dirty="0">
              <a:solidFill>
                <a:srgbClr val="000000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sp>
        <p:nvSpPr>
          <p:cNvPr id="57" name="Right Arrow 56"/>
          <p:cNvSpPr/>
          <p:nvPr/>
        </p:nvSpPr>
        <p:spPr>
          <a:xfrm>
            <a:off x="3881852" y="478455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6346" y="2928010"/>
            <a:ext cx="3487494" cy="3487494"/>
          </a:xfrm>
          <a:prstGeom prst="rect">
            <a:avLst/>
          </a:prstGeom>
        </p:spPr>
      </p:pic>
      <p:sp>
        <p:nvSpPr>
          <p:cNvPr id="63" name="Right Arrow 62"/>
          <p:cNvSpPr/>
          <p:nvPr/>
        </p:nvSpPr>
        <p:spPr>
          <a:xfrm>
            <a:off x="8794352" y="476803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4" name="Picture 6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1853" y="3788294"/>
            <a:ext cx="2180924" cy="2180924"/>
          </a:xfrm>
          <a:prstGeom prst="rect">
            <a:avLst/>
          </a:prstGeom>
        </p:spPr>
      </p:pic>
      <p:sp>
        <p:nvSpPr>
          <p:cNvPr id="65" name="Rectangle 64"/>
          <p:cNvSpPr/>
          <p:nvPr/>
        </p:nvSpPr>
        <p:spPr>
          <a:xfrm>
            <a:off x="10236820" y="6404424"/>
            <a:ext cx="3197598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779"/>
              </a:lnSpc>
            </a:pPr>
            <a:r>
              <a:rPr lang="en-US" sz="2500" dirty="0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Proses Approval </a:t>
            </a:r>
            <a:r>
              <a:rPr lang="en-US" sz="2500" dirty="0" err="1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oleh</a:t>
            </a:r>
            <a:r>
              <a:rPr lang="en-US" sz="2500" dirty="0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 leader, foreman, </a:t>
            </a:r>
            <a:r>
              <a:rPr lang="en-US" sz="2500" dirty="0" err="1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atau</a:t>
            </a:r>
            <a:r>
              <a:rPr lang="en-US" sz="2500" dirty="0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 supervisor</a:t>
            </a:r>
            <a:endParaRPr lang="en-US" sz="2500" dirty="0">
              <a:solidFill>
                <a:srgbClr val="000000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sp>
        <p:nvSpPr>
          <p:cNvPr id="66" name="Right Arrow 65"/>
          <p:cNvSpPr/>
          <p:nvPr/>
        </p:nvSpPr>
        <p:spPr>
          <a:xfrm>
            <a:off x="13535830" y="480363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 52"/>
          <p:cNvSpPr/>
          <p:nvPr/>
        </p:nvSpPr>
        <p:spPr>
          <a:xfrm>
            <a:off x="15021562" y="4502410"/>
            <a:ext cx="2062044" cy="1098378"/>
          </a:xfrm>
          <a:custGeom>
            <a:avLst/>
            <a:gdLst/>
            <a:ahLst/>
            <a:cxnLst/>
            <a:rect l="l" t="t" r="r" b="b"/>
            <a:pathLst>
              <a:path w="2132281" h="468225">
                <a:moveTo>
                  <a:pt x="48769" y="0"/>
                </a:moveTo>
                <a:lnTo>
                  <a:pt x="2083511" y="0"/>
                </a:lnTo>
                <a:cubicBezTo>
                  <a:pt x="2096445" y="0"/>
                  <a:pt x="2108850" y="5138"/>
                  <a:pt x="2117996" y="14284"/>
                </a:cubicBezTo>
                <a:cubicBezTo>
                  <a:pt x="2127142" y="23430"/>
                  <a:pt x="2132281" y="35835"/>
                  <a:pt x="2132281" y="48769"/>
                </a:cubicBezTo>
                <a:lnTo>
                  <a:pt x="2132281" y="419456"/>
                </a:lnTo>
                <a:cubicBezTo>
                  <a:pt x="2132281" y="446390"/>
                  <a:pt x="2110446" y="468225"/>
                  <a:pt x="2083511" y="468225"/>
                </a:cubicBezTo>
                <a:lnTo>
                  <a:pt x="48769" y="468225"/>
                </a:lnTo>
                <a:cubicBezTo>
                  <a:pt x="21835" y="468225"/>
                  <a:pt x="0" y="446390"/>
                  <a:pt x="0" y="419456"/>
                </a:cubicBezTo>
                <a:lnTo>
                  <a:pt x="0" y="48769"/>
                </a:lnTo>
                <a:cubicBezTo>
                  <a:pt x="0" y="21835"/>
                  <a:pt x="21835" y="0"/>
                  <a:pt x="48769" y="0"/>
                </a:cubicBezTo>
                <a:close/>
              </a:path>
            </a:pathLst>
          </a:custGeom>
          <a:solidFill>
            <a:srgbClr val="858789">
              <a:alpha val="40000"/>
            </a:srgbClr>
          </a:solidFill>
          <a:ln w="19050" cap="rnd">
            <a:solidFill>
              <a:srgbClr val="243342">
                <a:alpha val="40000"/>
              </a:srgbClr>
            </a:solidFill>
            <a:prstDash val="solid"/>
            <a:round/>
          </a:ln>
        </p:spPr>
      </p:sp>
      <p:sp>
        <p:nvSpPr>
          <p:cNvPr id="68" name="Rectangle 67"/>
          <p:cNvSpPr/>
          <p:nvPr/>
        </p:nvSpPr>
        <p:spPr>
          <a:xfrm>
            <a:off x="15260231" y="4739696"/>
            <a:ext cx="18956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FINISH</a:t>
            </a:r>
            <a:endParaRPr lang="en-US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8091" y="296276"/>
            <a:ext cx="16713866" cy="9101117"/>
            <a:chOff x="0" y="0"/>
            <a:chExt cx="4402006" cy="23970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02006" cy="2397002"/>
            </a:xfrm>
            <a:custGeom>
              <a:avLst/>
              <a:gdLst/>
              <a:ahLst/>
              <a:cxnLst/>
              <a:rect l="l" t="t" r="r" b="b"/>
              <a:pathLst>
                <a:path w="4402006" h="2397002">
                  <a:moveTo>
                    <a:pt x="23623" y="0"/>
                  </a:moveTo>
                  <a:lnTo>
                    <a:pt x="4378382" y="0"/>
                  </a:lnTo>
                  <a:cubicBezTo>
                    <a:pt x="4391429" y="0"/>
                    <a:pt x="4402006" y="10577"/>
                    <a:pt x="4402006" y="23623"/>
                  </a:cubicBezTo>
                  <a:lnTo>
                    <a:pt x="4402006" y="2373379"/>
                  </a:lnTo>
                  <a:cubicBezTo>
                    <a:pt x="4402006" y="2379644"/>
                    <a:pt x="4399517" y="2385653"/>
                    <a:pt x="4395087" y="2390083"/>
                  </a:cubicBezTo>
                  <a:cubicBezTo>
                    <a:pt x="4390656" y="2394513"/>
                    <a:pt x="4384647" y="2397002"/>
                    <a:pt x="4378382" y="2397002"/>
                  </a:cubicBezTo>
                  <a:lnTo>
                    <a:pt x="23623" y="2397002"/>
                  </a:lnTo>
                  <a:cubicBezTo>
                    <a:pt x="17358" y="2397002"/>
                    <a:pt x="11349" y="2394513"/>
                    <a:pt x="6919" y="2390083"/>
                  </a:cubicBezTo>
                  <a:cubicBezTo>
                    <a:pt x="2489" y="2385653"/>
                    <a:pt x="0" y="2379644"/>
                    <a:pt x="0" y="2373379"/>
                  </a:cubicBezTo>
                  <a:lnTo>
                    <a:pt x="0" y="23623"/>
                  </a:lnTo>
                  <a:cubicBezTo>
                    <a:pt x="0" y="17358"/>
                    <a:pt x="2489" y="11349"/>
                    <a:pt x="6919" y="6919"/>
                  </a:cubicBezTo>
                  <a:cubicBezTo>
                    <a:pt x="11349" y="2489"/>
                    <a:pt x="17358" y="0"/>
                    <a:pt x="23623" y="0"/>
                  </a:cubicBezTo>
                  <a:close/>
                </a:path>
              </a:pathLst>
            </a:custGeom>
            <a:solidFill>
              <a:srgbClr val="E6EAEF"/>
            </a:solidFill>
            <a:ln w="19050" cap="rnd">
              <a:solidFill>
                <a:srgbClr val="243342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02006" cy="24351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525871" y="1440148"/>
            <a:ext cx="6331750" cy="735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4400" dirty="0" err="1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Solusi</a:t>
            </a:r>
            <a:endParaRPr lang="en-US" sz="44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8853667" y="956212"/>
            <a:ext cx="8096003" cy="2592961"/>
            <a:chOff x="0" y="-18541"/>
            <a:chExt cx="10794670" cy="3457280"/>
          </a:xfrm>
        </p:grpSpPr>
        <p:sp>
          <p:nvSpPr>
            <p:cNvPr id="30" name="TextBox 30"/>
            <p:cNvSpPr txBox="1"/>
            <p:nvPr/>
          </p:nvSpPr>
          <p:spPr>
            <a:xfrm>
              <a:off x="0" y="875469"/>
              <a:ext cx="10794670" cy="2563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4216" y="1168002"/>
              <a:ext cx="10204030" cy="6165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</a:pPr>
              <a:endParaRPr lang="en-US" sz="2700" dirty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29949" y="-18541"/>
              <a:ext cx="9156781" cy="665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80"/>
                </a:lnSpc>
              </a:pPr>
              <a:endPara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5621459" y="349050"/>
            <a:ext cx="2168307" cy="444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 4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8853667" y="3840067"/>
            <a:ext cx="8096003" cy="2592961"/>
            <a:chOff x="0" y="-18541"/>
            <a:chExt cx="10794670" cy="3457280"/>
          </a:xfrm>
        </p:grpSpPr>
        <p:sp>
          <p:nvSpPr>
            <p:cNvPr id="46" name="TextBox 46"/>
            <p:cNvSpPr txBox="1"/>
            <p:nvPr/>
          </p:nvSpPr>
          <p:spPr>
            <a:xfrm>
              <a:off x="0" y="875469"/>
              <a:ext cx="10794670" cy="2563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04216" y="1168003"/>
              <a:ext cx="10204030" cy="6165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</a:pPr>
              <a:endParaRPr lang="en-US" sz="2700" dirty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9949" y="-18541"/>
              <a:ext cx="9156781" cy="665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80"/>
                </a:lnSpc>
              </a:pPr>
              <a:endPara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endParaRPr>
            </a:p>
          </p:txBody>
        </p:sp>
      </p:grpSp>
      <p:sp>
        <p:nvSpPr>
          <p:cNvPr id="65" name="Rectangle 64"/>
          <p:cNvSpPr/>
          <p:nvPr/>
        </p:nvSpPr>
        <p:spPr>
          <a:xfrm>
            <a:off x="6405804" y="6671478"/>
            <a:ext cx="5478439" cy="579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779"/>
              </a:lnSpc>
            </a:pPr>
            <a:r>
              <a:rPr lang="en-US" sz="2800" dirty="0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Online Management Input System</a:t>
            </a:r>
            <a:endParaRPr lang="en-US" sz="2800" dirty="0">
              <a:solidFill>
                <a:srgbClr val="000000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15260231" y="4739696"/>
            <a:ext cx="18956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600" dirty="0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440" y="2934222"/>
            <a:ext cx="32004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707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7067" y="448280"/>
            <a:ext cx="16713866" cy="9245778"/>
            <a:chOff x="0" y="-38100"/>
            <a:chExt cx="4402006" cy="24351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02006" cy="2397002"/>
            </a:xfrm>
            <a:custGeom>
              <a:avLst/>
              <a:gdLst/>
              <a:ahLst/>
              <a:cxnLst/>
              <a:rect l="l" t="t" r="r" b="b"/>
              <a:pathLst>
                <a:path w="4402006" h="2397002">
                  <a:moveTo>
                    <a:pt x="23623" y="0"/>
                  </a:moveTo>
                  <a:lnTo>
                    <a:pt x="4378382" y="0"/>
                  </a:lnTo>
                  <a:cubicBezTo>
                    <a:pt x="4391429" y="0"/>
                    <a:pt x="4402006" y="10577"/>
                    <a:pt x="4402006" y="23623"/>
                  </a:cubicBezTo>
                  <a:lnTo>
                    <a:pt x="4402006" y="2373379"/>
                  </a:lnTo>
                  <a:cubicBezTo>
                    <a:pt x="4402006" y="2379644"/>
                    <a:pt x="4399517" y="2385653"/>
                    <a:pt x="4395087" y="2390083"/>
                  </a:cubicBezTo>
                  <a:cubicBezTo>
                    <a:pt x="4390656" y="2394513"/>
                    <a:pt x="4384647" y="2397002"/>
                    <a:pt x="4378382" y="2397002"/>
                  </a:cubicBezTo>
                  <a:lnTo>
                    <a:pt x="23623" y="2397002"/>
                  </a:lnTo>
                  <a:cubicBezTo>
                    <a:pt x="17358" y="2397002"/>
                    <a:pt x="11349" y="2394513"/>
                    <a:pt x="6919" y="2390083"/>
                  </a:cubicBezTo>
                  <a:cubicBezTo>
                    <a:pt x="2489" y="2385653"/>
                    <a:pt x="0" y="2379644"/>
                    <a:pt x="0" y="2373379"/>
                  </a:cubicBezTo>
                  <a:lnTo>
                    <a:pt x="0" y="23623"/>
                  </a:lnTo>
                  <a:cubicBezTo>
                    <a:pt x="0" y="17358"/>
                    <a:pt x="2489" y="11349"/>
                    <a:pt x="6919" y="6919"/>
                  </a:cubicBezTo>
                  <a:cubicBezTo>
                    <a:pt x="11349" y="2489"/>
                    <a:pt x="17358" y="0"/>
                    <a:pt x="23623" y="0"/>
                  </a:cubicBezTo>
                  <a:close/>
                </a:path>
              </a:pathLst>
            </a:custGeom>
            <a:solidFill>
              <a:srgbClr val="E6EAEF"/>
            </a:solidFill>
            <a:ln w="19050" cap="rnd">
              <a:solidFill>
                <a:srgbClr val="243342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02006" cy="24351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1829870" y="6290432"/>
            <a:ext cx="4054921" cy="1336452"/>
            <a:chOff x="0" y="0"/>
            <a:chExt cx="2187113" cy="46822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87113" cy="468225"/>
            </a:xfrm>
            <a:custGeom>
              <a:avLst/>
              <a:gdLst/>
              <a:ahLst/>
              <a:cxnLst/>
              <a:rect l="l" t="t" r="r" b="b"/>
              <a:pathLst>
                <a:path w="2187113" h="468225">
                  <a:moveTo>
                    <a:pt x="47547" y="0"/>
                  </a:moveTo>
                  <a:lnTo>
                    <a:pt x="2139566" y="0"/>
                  </a:lnTo>
                  <a:cubicBezTo>
                    <a:pt x="2152177" y="0"/>
                    <a:pt x="2164270" y="5009"/>
                    <a:pt x="2173187" y="13926"/>
                  </a:cubicBezTo>
                  <a:cubicBezTo>
                    <a:pt x="2182104" y="22843"/>
                    <a:pt x="2187113" y="34937"/>
                    <a:pt x="2187113" y="47547"/>
                  </a:cubicBezTo>
                  <a:lnTo>
                    <a:pt x="2187113" y="420678"/>
                  </a:lnTo>
                  <a:cubicBezTo>
                    <a:pt x="2187113" y="433288"/>
                    <a:pt x="2182104" y="445382"/>
                    <a:pt x="2173187" y="454299"/>
                  </a:cubicBezTo>
                  <a:cubicBezTo>
                    <a:pt x="2164270" y="463216"/>
                    <a:pt x="2152177" y="468225"/>
                    <a:pt x="2139566" y="468225"/>
                  </a:cubicBezTo>
                  <a:lnTo>
                    <a:pt x="47547" y="468225"/>
                  </a:lnTo>
                  <a:cubicBezTo>
                    <a:pt x="34937" y="468225"/>
                    <a:pt x="22843" y="463216"/>
                    <a:pt x="13926" y="454299"/>
                  </a:cubicBezTo>
                  <a:cubicBezTo>
                    <a:pt x="5009" y="445382"/>
                    <a:pt x="0" y="433288"/>
                    <a:pt x="0" y="420678"/>
                  </a:cubicBezTo>
                  <a:lnTo>
                    <a:pt x="0" y="47547"/>
                  </a:lnTo>
                  <a:cubicBezTo>
                    <a:pt x="0" y="34937"/>
                    <a:pt x="5009" y="22843"/>
                    <a:pt x="13926" y="13926"/>
                  </a:cubicBezTo>
                  <a:cubicBezTo>
                    <a:pt x="22843" y="5009"/>
                    <a:pt x="34937" y="0"/>
                    <a:pt x="47547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2187113" cy="506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278279" y="-2594425"/>
            <a:ext cx="7384685" cy="102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Pengambilan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data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mesin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produksi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dilakukan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secara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konvensional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menggunakan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kertas</a:t>
            </a:r>
            <a:endParaRPr lang="en-US" sz="28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122632" y="1673873"/>
            <a:ext cx="7731811" cy="810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err="1" smtClean="0">
                <a:solidFill>
                  <a:srgbClr val="000000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Manfaat</a:t>
            </a:r>
            <a:endParaRPr lang="en-US" sz="6500" dirty="0">
              <a:solidFill>
                <a:srgbClr val="000000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37" name="Group 37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5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572000" y="4122708"/>
            <a:ext cx="9144000" cy="51488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779"/>
              </a:lnSpc>
            </a:pPr>
            <a:endParaRPr lang="en-US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802820" y="6304118"/>
            <a:ext cx="405492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Proses input data</a:t>
            </a:r>
          </a:p>
          <a:p>
            <a:pPr algn="ctr">
              <a:lnSpc>
                <a:spcPct val="150000"/>
              </a:lnSpc>
            </a:pP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lebih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efisien</a:t>
            </a:r>
            <a:endParaRPr lang="en-US" sz="2400" dirty="0" smtClean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44" name="Group 30"/>
          <p:cNvGrpSpPr/>
          <p:nvPr/>
        </p:nvGrpSpPr>
        <p:grpSpPr>
          <a:xfrm>
            <a:off x="6759475" y="6320306"/>
            <a:ext cx="4965663" cy="1321957"/>
            <a:chOff x="-198109" y="-51407"/>
            <a:chExt cx="2385222" cy="519632"/>
          </a:xfrm>
        </p:grpSpPr>
        <p:sp>
          <p:nvSpPr>
            <p:cNvPr id="45" name="Freeform 31"/>
            <p:cNvSpPr/>
            <p:nvPr/>
          </p:nvSpPr>
          <p:spPr>
            <a:xfrm>
              <a:off x="-198109" y="-51407"/>
              <a:ext cx="2187113" cy="468225"/>
            </a:xfrm>
            <a:custGeom>
              <a:avLst/>
              <a:gdLst/>
              <a:ahLst/>
              <a:cxnLst/>
              <a:rect l="l" t="t" r="r" b="b"/>
              <a:pathLst>
                <a:path w="2187113" h="468225">
                  <a:moveTo>
                    <a:pt x="47547" y="0"/>
                  </a:moveTo>
                  <a:lnTo>
                    <a:pt x="2139566" y="0"/>
                  </a:lnTo>
                  <a:cubicBezTo>
                    <a:pt x="2152177" y="0"/>
                    <a:pt x="2164270" y="5009"/>
                    <a:pt x="2173187" y="13926"/>
                  </a:cubicBezTo>
                  <a:cubicBezTo>
                    <a:pt x="2182104" y="22843"/>
                    <a:pt x="2187113" y="34937"/>
                    <a:pt x="2187113" y="47547"/>
                  </a:cubicBezTo>
                  <a:lnTo>
                    <a:pt x="2187113" y="420678"/>
                  </a:lnTo>
                  <a:cubicBezTo>
                    <a:pt x="2187113" y="433288"/>
                    <a:pt x="2182104" y="445382"/>
                    <a:pt x="2173187" y="454299"/>
                  </a:cubicBezTo>
                  <a:cubicBezTo>
                    <a:pt x="2164270" y="463216"/>
                    <a:pt x="2152177" y="468225"/>
                    <a:pt x="2139566" y="468225"/>
                  </a:cubicBezTo>
                  <a:lnTo>
                    <a:pt x="47547" y="468225"/>
                  </a:lnTo>
                  <a:cubicBezTo>
                    <a:pt x="34937" y="468225"/>
                    <a:pt x="22843" y="463216"/>
                    <a:pt x="13926" y="454299"/>
                  </a:cubicBezTo>
                  <a:cubicBezTo>
                    <a:pt x="5009" y="445382"/>
                    <a:pt x="0" y="433288"/>
                    <a:pt x="0" y="420678"/>
                  </a:cubicBezTo>
                  <a:lnTo>
                    <a:pt x="0" y="47547"/>
                  </a:lnTo>
                  <a:cubicBezTo>
                    <a:pt x="0" y="34937"/>
                    <a:pt x="5009" y="22843"/>
                    <a:pt x="13926" y="13926"/>
                  </a:cubicBezTo>
                  <a:cubicBezTo>
                    <a:pt x="22843" y="5009"/>
                    <a:pt x="34937" y="0"/>
                    <a:pt x="47547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46" name="TextBox 32"/>
            <p:cNvSpPr txBox="1"/>
            <p:nvPr/>
          </p:nvSpPr>
          <p:spPr>
            <a:xfrm>
              <a:off x="0" y="-38100"/>
              <a:ext cx="2187113" cy="506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47" name="Rectangle 46"/>
          <p:cNvSpPr/>
          <p:nvPr/>
        </p:nvSpPr>
        <p:spPr>
          <a:xfrm>
            <a:off x="6857844" y="6353686"/>
            <a:ext cx="440152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Mengurangi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penggunaan</a:t>
            </a:r>
            <a:endParaRPr lang="en-US" sz="2400" dirty="0" smtClean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ctr">
              <a:lnSpc>
                <a:spcPct val="150000"/>
              </a:lnSpc>
            </a:pP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kertas</a:t>
            </a:r>
            <a:endParaRPr lang="en-US" sz="2400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48" name="Group 30"/>
          <p:cNvGrpSpPr/>
          <p:nvPr/>
        </p:nvGrpSpPr>
        <p:grpSpPr>
          <a:xfrm>
            <a:off x="10774389" y="6295875"/>
            <a:ext cx="6047316" cy="3443419"/>
            <a:chOff x="0" y="-839790"/>
            <a:chExt cx="2187113" cy="1308015"/>
          </a:xfrm>
        </p:grpSpPr>
        <p:sp>
          <p:nvSpPr>
            <p:cNvPr id="49" name="Freeform 31"/>
            <p:cNvSpPr/>
            <p:nvPr/>
          </p:nvSpPr>
          <p:spPr>
            <a:xfrm>
              <a:off x="516953" y="-839790"/>
              <a:ext cx="1628173" cy="426248"/>
            </a:xfrm>
            <a:custGeom>
              <a:avLst/>
              <a:gdLst/>
              <a:ahLst/>
              <a:cxnLst/>
              <a:rect l="l" t="t" r="r" b="b"/>
              <a:pathLst>
                <a:path w="2187113" h="468225">
                  <a:moveTo>
                    <a:pt x="47547" y="0"/>
                  </a:moveTo>
                  <a:lnTo>
                    <a:pt x="2139566" y="0"/>
                  </a:lnTo>
                  <a:cubicBezTo>
                    <a:pt x="2152177" y="0"/>
                    <a:pt x="2164270" y="5009"/>
                    <a:pt x="2173187" y="13926"/>
                  </a:cubicBezTo>
                  <a:cubicBezTo>
                    <a:pt x="2182104" y="22843"/>
                    <a:pt x="2187113" y="34937"/>
                    <a:pt x="2187113" y="47547"/>
                  </a:cubicBezTo>
                  <a:lnTo>
                    <a:pt x="2187113" y="420678"/>
                  </a:lnTo>
                  <a:cubicBezTo>
                    <a:pt x="2187113" y="433288"/>
                    <a:pt x="2182104" y="445382"/>
                    <a:pt x="2173187" y="454299"/>
                  </a:cubicBezTo>
                  <a:cubicBezTo>
                    <a:pt x="2164270" y="463216"/>
                    <a:pt x="2152177" y="468225"/>
                    <a:pt x="2139566" y="468225"/>
                  </a:cubicBezTo>
                  <a:lnTo>
                    <a:pt x="47547" y="468225"/>
                  </a:lnTo>
                  <a:cubicBezTo>
                    <a:pt x="34937" y="468225"/>
                    <a:pt x="22843" y="463216"/>
                    <a:pt x="13926" y="454299"/>
                  </a:cubicBezTo>
                  <a:cubicBezTo>
                    <a:pt x="5009" y="445382"/>
                    <a:pt x="0" y="433288"/>
                    <a:pt x="0" y="420678"/>
                  </a:cubicBezTo>
                  <a:lnTo>
                    <a:pt x="0" y="47547"/>
                  </a:lnTo>
                  <a:cubicBezTo>
                    <a:pt x="0" y="34937"/>
                    <a:pt x="5009" y="22843"/>
                    <a:pt x="13926" y="13926"/>
                  </a:cubicBezTo>
                  <a:cubicBezTo>
                    <a:pt x="22843" y="5009"/>
                    <a:pt x="34937" y="0"/>
                    <a:pt x="47547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50" name="TextBox 32"/>
            <p:cNvSpPr txBox="1"/>
            <p:nvPr/>
          </p:nvSpPr>
          <p:spPr>
            <a:xfrm>
              <a:off x="0" y="-38100"/>
              <a:ext cx="2187113" cy="506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51" name="Rectangle 50"/>
          <p:cNvSpPr/>
          <p:nvPr/>
        </p:nvSpPr>
        <p:spPr>
          <a:xfrm>
            <a:off x="12358774" y="6462412"/>
            <a:ext cx="5219552" cy="583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Data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lebih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mudah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diakses</a:t>
            </a:r>
            <a:endParaRPr lang="en-US" sz="2400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137" y="3317321"/>
            <a:ext cx="2453948" cy="2453948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571" y="3336371"/>
            <a:ext cx="2667000" cy="26670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75040" y="3199714"/>
            <a:ext cx="2861590" cy="286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29931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7067" y="592941"/>
            <a:ext cx="16713866" cy="9101117"/>
            <a:chOff x="0" y="0"/>
            <a:chExt cx="4402006" cy="23970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02006" cy="2397002"/>
            </a:xfrm>
            <a:custGeom>
              <a:avLst/>
              <a:gdLst/>
              <a:ahLst/>
              <a:cxnLst/>
              <a:rect l="l" t="t" r="r" b="b"/>
              <a:pathLst>
                <a:path w="4402006" h="2397002">
                  <a:moveTo>
                    <a:pt x="23623" y="0"/>
                  </a:moveTo>
                  <a:lnTo>
                    <a:pt x="4378382" y="0"/>
                  </a:lnTo>
                  <a:cubicBezTo>
                    <a:pt x="4391429" y="0"/>
                    <a:pt x="4402006" y="10577"/>
                    <a:pt x="4402006" y="23623"/>
                  </a:cubicBezTo>
                  <a:lnTo>
                    <a:pt x="4402006" y="2373379"/>
                  </a:lnTo>
                  <a:cubicBezTo>
                    <a:pt x="4402006" y="2379644"/>
                    <a:pt x="4399517" y="2385653"/>
                    <a:pt x="4395087" y="2390083"/>
                  </a:cubicBezTo>
                  <a:cubicBezTo>
                    <a:pt x="4390656" y="2394513"/>
                    <a:pt x="4384647" y="2397002"/>
                    <a:pt x="4378382" y="2397002"/>
                  </a:cubicBezTo>
                  <a:lnTo>
                    <a:pt x="23623" y="2397002"/>
                  </a:lnTo>
                  <a:cubicBezTo>
                    <a:pt x="17358" y="2397002"/>
                    <a:pt x="11349" y="2394513"/>
                    <a:pt x="6919" y="2390083"/>
                  </a:cubicBezTo>
                  <a:cubicBezTo>
                    <a:pt x="2489" y="2385653"/>
                    <a:pt x="0" y="2379644"/>
                    <a:pt x="0" y="2373379"/>
                  </a:cubicBezTo>
                  <a:lnTo>
                    <a:pt x="0" y="23623"/>
                  </a:lnTo>
                  <a:cubicBezTo>
                    <a:pt x="0" y="17358"/>
                    <a:pt x="2489" y="11349"/>
                    <a:pt x="6919" y="6919"/>
                  </a:cubicBezTo>
                  <a:cubicBezTo>
                    <a:pt x="11349" y="2489"/>
                    <a:pt x="17358" y="0"/>
                    <a:pt x="23623" y="0"/>
                  </a:cubicBezTo>
                  <a:close/>
                </a:path>
              </a:pathLst>
            </a:custGeom>
            <a:solidFill>
              <a:srgbClr val="E6EAEF"/>
            </a:solidFill>
            <a:ln w="19050" cap="rnd">
              <a:solidFill>
                <a:srgbClr val="243342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02006" cy="24351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787067" y="904875"/>
            <a:ext cx="4965257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Fitur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6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3124200" y="3050540"/>
            <a:ext cx="12268200" cy="6055360"/>
            <a:chOff x="0" y="0"/>
            <a:chExt cx="3631194" cy="160275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31194" cy="1602754"/>
            </a:xfrm>
            <a:custGeom>
              <a:avLst/>
              <a:gdLst/>
              <a:ahLst/>
              <a:cxnLst/>
              <a:rect l="l" t="t" r="r" b="b"/>
              <a:pathLst>
                <a:path w="3631194" h="1602754">
                  <a:moveTo>
                    <a:pt x="28638" y="0"/>
                  </a:moveTo>
                  <a:lnTo>
                    <a:pt x="3602556" y="0"/>
                  </a:lnTo>
                  <a:cubicBezTo>
                    <a:pt x="3618373" y="0"/>
                    <a:pt x="3631194" y="12822"/>
                    <a:pt x="3631194" y="28638"/>
                  </a:cubicBezTo>
                  <a:lnTo>
                    <a:pt x="3631194" y="1574116"/>
                  </a:lnTo>
                  <a:cubicBezTo>
                    <a:pt x="3631194" y="1581711"/>
                    <a:pt x="3628177" y="1588995"/>
                    <a:pt x="3622806" y="1594366"/>
                  </a:cubicBezTo>
                  <a:cubicBezTo>
                    <a:pt x="3617436" y="1599737"/>
                    <a:pt x="3610151" y="1602754"/>
                    <a:pt x="3602556" y="1602754"/>
                  </a:cubicBezTo>
                  <a:lnTo>
                    <a:pt x="28638" y="1602754"/>
                  </a:lnTo>
                  <a:cubicBezTo>
                    <a:pt x="21043" y="1602754"/>
                    <a:pt x="13759" y="1599737"/>
                    <a:pt x="8388" y="1594366"/>
                  </a:cubicBezTo>
                  <a:cubicBezTo>
                    <a:pt x="3017" y="1588995"/>
                    <a:pt x="0" y="1581711"/>
                    <a:pt x="0" y="1574116"/>
                  </a:cubicBezTo>
                  <a:lnTo>
                    <a:pt x="0" y="28638"/>
                  </a:lnTo>
                  <a:cubicBezTo>
                    <a:pt x="0" y="21043"/>
                    <a:pt x="3017" y="13759"/>
                    <a:pt x="8388" y="8388"/>
                  </a:cubicBezTo>
                  <a:cubicBezTo>
                    <a:pt x="13759" y="3017"/>
                    <a:pt x="21043" y="0"/>
                    <a:pt x="28638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631194" cy="1640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133600" y="1943100"/>
            <a:ext cx="6867586" cy="694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603" lvl="1" indent="-431801" algn="l">
              <a:lnSpc>
                <a:spcPts val="3680"/>
              </a:lnSpc>
              <a:buAutoNum type="arabicPeriod"/>
            </a:pPr>
            <a:r>
              <a: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Login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214" y="3236792"/>
            <a:ext cx="12088171" cy="56169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787067" y="904875"/>
            <a:ext cx="4965257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err="1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Fitur</a:t>
            </a:r>
            <a:endParaRPr lang="en-US" sz="65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7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2286000" y="2857500"/>
            <a:ext cx="13810465" cy="6477000"/>
            <a:chOff x="0" y="0"/>
            <a:chExt cx="3631194" cy="160275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31194" cy="1602754"/>
            </a:xfrm>
            <a:custGeom>
              <a:avLst/>
              <a:gdLst/>
              <a:ahLst/>
              <a:cxnLst/>
              <a:rect l="l" t="t" r="r" b="b"/>
              <a:pathLst>
                <a:path w="3631194" h="1602754">
                  <a:moveTo>
                    <a:pt x="28638" y="0"/>
                  </a:moveTo>
                  <a:lnTo>
                    <a:pt x="3602556" y="0"/>
                  </a:lnTo>
                  <a:cubicBezTo>
                    <a:pt x="3618373" y="0"/>
                    <a:pt x="3631194" y="12822"/>
                    <a:pt x="3631194" y="28638"/>
                  </a:cubicBezTo>
                  <a:lnTo>
                    <a:pt x="3631194" y="1574116"/>
                  </a:lnTo>
                  <a:cubicBezTo>
                    <a:pt x="3631194" y="1581711"/>
                    <a:pt x="3628177" y="1588995"/>
                    <a:pt x="3622806" y="1594366"/>
                  </a:cubicBezTo>
                  <a:cubicBezTo>
                    <a:pt x="3617436" y="1599737"/>
                    <a:pt x="3610151" y="1602754"/>
                    <a:pt x="3602556" y="1602754"/>
                  </a:cubicBezTo>
                  <a:lnTo>
                    <a:pt x="28638" y="1602754"/>
                  </a:lnTo>
                  <a:cubicBezTo>
                    <a:pt x="21043" y="1602754"/>
                    <a:pt x="13759" y="1599737"/>
                    <a:pt x="8388" y="1594366"/>
                  </a:cubicBezTo>
                  <a:cubicBezTo>
                    <a:pt x="3017" y="1588995"/>
                    <a:pt x="0" y="1581711"/>
                    <a:pt x="0" y="1574116"/>
                  </a:cubicBezTo>
                  <a:lnTo>
                    <a:pt x="0" y="28638"/>
                  </a:lnTo>
                  <a:cubicBezTo>
                    <a:pt x="0" y="21043"/>
                    <a:pt x="3017" y="13759"/>
                    <a:pt x="8388" y="8388"/>
                  </a:cubicBezTo>
                  <a:cubicBezTo>
                    <a:pt x="13759" y="3017"/>
                    <a:pt x="21043" y="0"/>
                    <a:pt x="28638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631194" cy="1640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133600" y="1977004"/>
            <a:ext cx="10363200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2" lvl="1" algn="l">
              <a:lnSpc>
                <a:spcPts val="3680"/>
              </a:lnSpc>
            </a:pPr>
            <a:r>
              <a: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2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. Input </a:t>
            </a:r>
            <a:r>
              <a:rPr lang="en-US" sz="4000" dirty="0" err="1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Checksheet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 (Production)</a:t>
            </a:r>
            <a:endParaRPr lang="en-US" sz="40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854" y="3024236"/>
            <a:ext cx="13590756" cy="609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21502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787067" y="904875"/>
            <a:ext cx="4965257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err="1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Fitur</a:t>
            </a:r>
            <a:endParaRPr lang="en-US" sz="65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8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2286000" y="2575730"/>
            <a:ext cx="13810465" cy="6987370"/>
            <a:chOff x="0" y="0"/>
            <a:chExt cx="3631194" cy="160275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31194" cy="1602754"/>
            </a:xfrm>
            <a:custGeom>
              <a:avLst/>
              <a:gdLst/>
              <a:ahLst/>
              <a:cxnLst/>
              <a:rect l="l" t="t" r="r" b="b"/>
              <a:pathLst>
                <a:path w="3631194" h="1602754">
                  <a:moveTo>
                    <a:pt x="28638" y="0"/>
                  </a:moveTo>
                  <a:lnTo>
                    <a:pt x="3602556" y="0"/>
                  </a:lnTo>
                  <a:cubicBezTo>
                    <a:pt x="3618373" y="0"/>
                    <a:pt x="3631194" y="12822"/>
                    <a:pt x="3631194" y="28638"/>
                  </a:cubicBezTo>
                  <a:lnTo>
                    <a:pt x="3631194" y="1574116"/>
                  </a:lnTo>
                  <a:cubicBezTo>
                    <a:pt x="3631194" y="1581711"/>
                    <a:pt x="3628177" y="1588995"/>
                    <a:pt x="3622806" y="1594366"/>
                  </a:cubicBezTo>
                  <a:cubicBezTo>
                    <a:pt x="3617436" y="1599737"/>
                    <a:pt x="3610151" y="1602754"/>
                    <a:pt x="3602556" y="1602754"/>
                  </a:cubicBezTo>
                  <a:lnTo>
                    <a:pt x="28638" y="1602754"/>
                  </a:lnTo>
                  <a:cubicBezTo>
                    <a:pt x="21043" y="1602754"/>
                    <a:pt x="13759" y="1599737"/>
                    <a:pt x="8388" y="1594366"/>
                  </a:cubicBezTo>
                  <a:cubicBezTo>
                    <a:pt x="3017" y="1588995"/>
                    <a:pt x="0" y="1581711"/>
                    <a:pt x="0" y="1574116"/>
                  </a:cubicBezTo>
                  <a:lnTo>
                    <a:pt x="0" y="28638"/>
                  </a:lnTo>
                  <a:cubicBezTo>
                    <a:pt x="0" y="21043"/>
                    <a:pt x="3017" y="13759"/>
                    <a:pt x="8388" y="8388"/>
                  </a:cubicBezTo>
                  <a:cubicBezTo>
                    <a:pt x="13759" y="3017"/>
                    <a:pt x="21043" y="0"/>
                    <a:pt x="28638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631194" cy="1640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133600" y="1977004"/>
            <a:ext cx="9601200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2" lvl="1" algn="l">
              <a:lnSpc>
                <a:spcPts val="3680"/>
              </a:lnSpc>
            </a:pPr>
            <a:r>
              <a: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3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. Input </a:t>
            </a:r>
            <a:r>
              <a:rPr lang="en-US" sz="4000" dirty="0" err="1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Checksheet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 (Production)</a:t>
            </a:r>
            <a:endParaRPr lang="en-US" sz="40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403" y="2848807"/>
            <a:ext cx="13441657" cy="646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902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787067" y="904875"/>
            <a:ext cx="4965257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err="1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Fitur</a:t>
            </a:r>
            <a:endParaRPr lang="en-US" sz="65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9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2286000" y="2857500"/>
            <a:ext cx="13810465" cy="6553200"/>
            <a:chOff x="0" y="0"/>
            <a:chExt cx="3631194" cy="160275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31194" cy="1602754"/>
            </a:xfrm>
            <a:custGeom>
              <a:avLst/>
              <a:gdLst/>
              <a:ahLst/>
              <a:cxnLst/>
              <a:rect l="l" t="t" r="r" b="b"/>
              <a:pathLst>
                <a:path w="3631194" h="1602754">
                  <a:moveTo>
                    <a:pt x="28638" y="0"/>
                  </a:moveTo>
                  <a:lnTo>
                    <a:pt x="3602556" y="0"/>
                  </a:lnTo>
                  <a:cubicBezTo>
                    <a:pt x="3618373" y="0"/>
                    <a:pt x="3631194" y="12822"/>
                    <a:pt x="3631194" y="28638"/>
                  </a:cubicBezTo>
                  <a:lnTo>
                    <a:pt x="3631194" y="1574116"/>
                  </a:lnTo>
                  <a:cubicBezTo>
                    <a:pt x="3631194" y="1581711"/>
                    <a:pt x="3628177" y="1588995"/>
                    <a:pt x="3622806" y="1594366"/>
                  </a:cubicBezTo>
                  <a:cubicBezTo>
                    <a:pt x="3617436" y="1599737"/>
                    <a:pt x="3610151" y="1602754"/>
                    <a:pt x="3602556" y="1602754"/>
                  </a:cubicBezTo>
                  <a:lnTo>
                    <a:pt x="28638" y="1602754"/>
                  </a:lnTo>
                  <a:cubicBezTo>
                    <a:pt x="21043" y="1602754"/>
                    <a:pt x="13759" y="1599737"/>
                    <a:pt x="8388" y="1594366"/>
                  </a:cubicBezTo>
                  <a:cubicBezTo>
                    <a:pt x="3017" y="1588995"/>
                    <a:pt x="0" y="1581711"/>
                    <a:pt x="0" y="1574116"/>
                  </a:cubicBezTo>
                  <a:lnTo>
                    <a:pt x="0" y="28638"/>
                  </a:lnTo>
                  <a:cubicBezTo>
                    <a:pt x="0" y="21043"/>
                    <a:pt x="3017" y="13759"/>
                    <a:pt x="8388" y="8388"/>
                  </a:cubicBezTo>
                  <a:cubicBezTo>
                    <a:pt x="13759" y="3017"/>
                    <a:pt x="21043" y="0"/>
                    <a:pt x="28638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631194" cy="1640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133600" y="1977004"/>
            <a:ext cx="9601200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2" lvl="1" algn="l">
              <a:lnSpc>
                <a:spcPts val="3680"/>
              </a:lnSpc>
            </a:pP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4. Input </a:t>
            </a:r>
            <a:r>
              <a:rPr lang="en-US" sz="4000" dirty="0" err="1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Checksheet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 (Start Up)</a:t>
            </a:r>
            <a:endParaRPr lang="en-US" sz="40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299" y="3078181"/>
            <a:ext cx="13581865" cy="61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988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787067" y="904875"/>
            <a:ext cx="4965257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err="1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Fitur</a:t>
            </a:r>
            <a:endParaRPr lang="en-US" sz="65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10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2286000" y="2575730"/>
            <a:ext cx="13810465" cy="6987370"/>
            <a:chOff x="0" y="0"/>
            <a:chExt cx="3631194" cy="160275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31194" cy="1602754"/>
            </a:xfrm>
            <a:custGeom>
              <a:avLst/>
              <a:gdLst/>
              <a:ahLst/>
              <a:cxnLst/>
              <a:rect l="l" t="t" r="r" b="b"/>
              <a:pathLst>
                <a:path w="3631194" h="1602754">
                  <a:moveTo>
                    <a:pt x="28638" y="0"/>
                  </a:moveTo>
                  <a:lnTo>
                    <a:pt x="3602556" y="0"/>
                  </a:lnTo>
                  <a:cubicBezTo>
                    <a:pt x="3618373" y="0"/>
                    <a:pt x="3631194" y="12822"/>
                    <a:pt x="3631194" y="28638"/>
                  </a:cubicBezTo>
                  <a:lnTo>
                    <a:pt x="3631194" y="1574116"/>
                  </a:lnTo>
                  <a:cubicBezTo>
                    <a:pt x="3631194" y="1581711"/>
                    <a:pt x="3628177" y="1588995"/>
                    <a:pt x="3622806" y="1594366"/>
                  </a:cubicBezTo>
                  <a:cubicBezTo>
                    <a:pt x="3617436" y="1599737"/>
                    <a:pt x="3610151" y="1602754"/>
                    <a:pt x="3602556" y="1602754"/>
                  </a:cubicBezTo>
                  <a:lnTo>
                    <a:pt x="28638" y="1602754"/>
                  </a:lnTo>
                  <a:cubicBezTo>
                    <a:pt x="21043" y="1602754"/>
                    <a:pt x="13759" y="1599737"/>
                    <a:pt x="8388" y="1594366"/>
                  </a:cubicBezTo>
                  <a:cubicBezTo>
                    <a:pt x="3017" y="1588995"/>
                    <a:pt x="0" y="1581711"/>
                    <a:pt x="0" y="1574116"/>
                  </a:cubicBezTo>
                  <a:lnTo>
                    <a:pt x="0" y="28638"/>
                  </a:lnTo>
                  <a:cubicBezTo>
                    <a:pt x="0" y="21043"/>
                    <a:pt x="3017" y="13759"/>
                    <a:pt x="8388" y="8388"/>
                  </a:cubicBezTo>
                  <a:cubicBezTo>
                    <a:pt x="13759" y="3017"/>
                    <a:pt x="21043" y="0"/>
                    <a:pt x="28638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631194" cy="1640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133600" y="1977004"/>
            <a:ext cx="9601200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2" lvl="1" algn="l">
              <a:lnSpc>
                <a:spcPts val="3680"/>
              </a:lnSpc>
            </a:pPr>
            <a:r>
              <a: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5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. Input </a:t>
            </a:r>
            <a:r>
              <a:rPr lang="en-US" sz="4000" dirty="0" err="1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Checksheet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 (Start Up)</a:t>
            </a:r>
            <a:endParaRPr lang="en-US" sz="40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097" y="2777262"/>
            <a:ext cx="13506269" cy="658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14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787067" y="904875"/>
            <a:ext cx="4965257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err="1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Fitur</a:t>
            </a:r>
            <a:endParaRPr lang="en-US" sz="65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11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2319867" y="2602315"/>
            <a:ext cx="13810465" cy="6934200"/>
            <a:chOff x="0" y="0"/>
            <a:chExt cx="3631194" cy="160275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31194" cy="1602754"/>
            </a:xfrm>
            <a:custGeom>
              <a:avLst/>
              <a:gdLst/>
              <a:ahLst/>
              <a:cxnLst/>
              <a:rect l="l" t="t" r="r" b="b"/>
              <a:pathLst>
                <a:path w="3631194" h="1602754">
                  <a:moveTo>
                    <a:pt x="28638" y="0"/>
                  </a:moveTo>
                  <a:lnTo>
                    <a:pt x="3602556" y="0"/>
                  </a:lnTo>
                  <a:cubicBezTo>
                    <a:pt x="3618373" y="0"/>
                    <a:pt x="3631194" y="12822"/>
                    <a:pt x="3631194" y="28638"/>
                  </a:cubicBezTo>
                  <a:lnTo>
                    <a:pt x="3631194" y="1574116"/>
                  </a:lnTo>
                  <a:cubicBezTo>
                    <a:pt x="3631194" y="1581711"/>
                    <a:pt x="3628177" y="1588995"/>
                    <a:pt x="3622806" y="1594366"/>
                  </a:cubicBezTo>
                  <a:cubicBezTo>
                    <a:pt x="3617436" y="1599737"/>
                    <a:pt x="3610151" y="1602754"/>
                    <a:pt x="3602556" y="1602754"/>
                  </a:cubicBezTo>
                  <a:lnTo>
                    <a:pt x="28638" y="1602754"/>
                  </a:lnTo>
                  <a:cubicBezTo>
                    <a:pt x="21043" y="1602754"/>
                    <a:pt x="13759" y="1599737"/>
                    <a:pt x="8388" y="1594366"/>
                  </a:cubicBezTo>
                  <a:cubicBezTo>
                    <a:pt x="3017" y="1588995"/>
                    <a:pt x="0" y="1581711"/>
                    <a:pt x="0" y="1574116"/>
                  </a:cubicBezTo>
                  <a:lnTo>
                    <a:pt x="0" y="28638"/>
                  </a:lnTo>
                  <a:cubicBezTo>
                    <a:pt x="0" y="21043"/>
                    <a:pt x="3017" y="13759"/>
                    <a:pt x="8388" y="8388"/>
                  </a:cubicBezTo>
                  <a:cubicBezTo>
                    <a:pt x="13759" y="3017"/>
                    <a:pt x="21043" y="0"/>
                    <a:pt x="28638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631194" cy="1640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133600" y="1977004"/>
            <a:ext cx="6867586" cy="499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algn="l">
              <a:lnSpc>
                <a:spcPts val="3680"/>
              </a:lnSpc>
            </a:pPr>
            <a:r>
              <a: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6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. Lot Pending History</a:t>
            </a:r>
            <a:endParaRPr lang="en-US" sz="40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00" y="2822374"/>
            <a:ext cx="13564663" cy="649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680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787067" y="904875"/>
            <a:ext cx="4965257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err="1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Fitur</a:t>
            </a:r>
            <a:endParaRPr lang="en-US" sz="65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12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2286000" y="2575730"/>
            <a:ext cx="14222853" cy="6987370"/>
            <a:chOff x="0" y="0"/>
            <a:chExt cx="3631194" cy="160275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31194" cy="1602754"/>
            </a:xfrm>
            <a:custGeom>
              <a:avLst/>
              <a:gdLst/>
              <a:ahLst/>
              <a:cxnLst/>
              <a:rect l="l" t="t" r="r" b="b"/>
              <a:pathLst>
                <a:path w="3631194" h="1602754">
                  <a:moveTo>
                    <a:pt x="28638" y="0"/>
                  </a:moveTo>
                  <a:lnTo>
                    <a:pt x="3602556" y="0"/>
                  </a:lnTo>
                  <a:cubicBezTo>
                    <a:pt x="3618373" y="0"/>
                    <a:pt x="3631194" y="12822"/>
                    <a:pt x="3631194" y="28638"/>
                  </a:cubicBezTo>
                  <a:lnTo>
                    <a:pt x="3631194" y="1574116"/>
                  </a:lnTo>
                  <a:cubicBezTo>
                    <a:pt x="3631194" y="1581711"/>
                    <a:pt x="3628177" y="1588995"/>
                    <a:pt x="3622806" y="1594366"/>
                  </a:cubicBezTo>
                  <a:cubicBezTo>
                    <a:pt x="3617436" y="1599737"/>
                    <a:pt x="3610151" y="1602754"/>
                    <a:pt x="3602556" y="1602754"/>
                  </a:cubicBezTo>
                  <a:lnTo>
                    <a:pt x="28638" y="1602754"/>
                  </a:lnTo>
                  <a:cubicBezTo>
                    <a:pt x="21043" y="1602754"/>
                    <a:pt x="13759" y="1599737"/>
                    <a:pt x="8388" y="1594366"/>
                  </a:cubicBezTo>
                  <a:cubicBezTo>
                    <a:pt x="3017" y="1588995"/>
                    <a:pt x="0" y="1581711"/>
                    <a:pt x="0" y="1574116"/>
                  </a:cubicBezTo>
                  <a:lnTo>
                    <a:pt x="0" y="28638"/>
                  </a:lnTo>
                  <a:cubicBezTo>
                    <a:pt x="0" y="21043"/>
                    <a:pt x="3017" y="13759"/>
                    <a:pt x="8388" y="8388"/>
                  </a:cubicBezTo>
                  <a:cubicBezTo>
                    <a:pt x="13759" y="3017"/>
                    <a:pt x="21043" y="0"/>
                    <a:pt x="28638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631194" cy="1640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133600" y="1977004"/>
            <a:ext cx="7848600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2" lvl="1" algn="l">
              <a:lnSpc>
                <a:spcPts val="3680"/>
              </a:lnSpc>
            </a:pPr>
            <a:r>
              <a: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7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. Input </a:t>
            </a:r>
            <a:r>
              <a:rPr lang="en-US" sz="4000" dirty="0" err="1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Checksheet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 Complete </a:t>
            </a:r>
            <a:endParaRPr lang="en-US" sz="40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547" y="2713758"/>
            <a:ext cx="13837758" cy="671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449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787067" y="904875"/>
            <a:ext cx="4965257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err="1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Fitur</a:t>
            </a:r>
            <a:endParaRPr lang="en-US" sz="65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13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2175932" y="2705100"/>
            <a:ext cx="14222853" cy="7162800"/>
            <a:chOff x="0" y="0"/>
            <a:chExt cx="3631194" cy="160275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31194" cy="1602754"/>
            </a:xfrm>
            <a:custGeom>
              <a:avLst/>
              <a:gdLst/>
              <a:ahLst/>
              <a:cxnLst/>
              <a:rect l="l" t="t" r="r" b="b"/>
              <a:pathLst>
                <a:path w="3631194" h="1602754">
                  <a:moveTo>
                    <a:pt x="28638" y="0"/>
                  </a:moveTo>
                  <a:lnTo>
                    <a:pt x="3602556" y="0"/>
                  </a:lnTo>
                  <a:cubicBezTo>
                    <a:pt x="3618373" y="0"/>
                    <a:pt x="3631194" y="12822"/>
                    <a:pt x="3631194" y="28638"/>
                  </a:cubicBezTo>
                  <a:lnTo>
                    <a:pt x="3631194" y="1574116"/>
                  </a:lnTo>
                  <a:cubicBezTo>
                    <a:pt x="3631194" y="1581711"/>
                    <a:pt x="3628177" y="1588995"/>
                    <a:pt x="3622806" y="1594366"/>
                  </a:cubicBezTo>
                  <a:cubicBezTo>
                    <a:pt x="3617436" y="1599737"/>
                    <a:pt x="3610151" y="1602754"/>
                    <a:pt x="3602556" y="1602754"/>
                  </a:cubicBezTo>
                  <a:lnTo>
                    <a:pt x="28638" y="1602754"/>
                  </a:lnTo>
                  <a:cubicBezTo>
                    <a:pt x="21043" y="1602754"/>
                    <a:pt x="13759" y="1599737"/>
                    <a:pt x="8388" y="1594366"/>
                  </a:cubicBezTo>
                  <a:cubicBezTo>
                    <a:pt x="3017" y="1588995"/>
                    <a:pt x="0" y="1581711"/>
                    <a:pt x="0" y="1574116"/>
                  </a:cubicBezTo>
                  <a:lnTo>
                    <a:pt x="0" y="28638"/>
                  </a:lnTo>
                  <a:cubicBezTo>
                    <a:pt x="0" y="21043"/>
                    <a:pt x="3017" y="13759"/>
                    <a:pt x="8388" y="8388"/>
                  </a:cubicBezTo>
                  <a:cubicBezTo>
                    <a:pt x="13759" y="3017"/>
                    <a:pt x="21043" y="0"/>
                    <a:pt x="28638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631194" cy="1640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133600" y="1977004"/>
            <a:ext cx="7848600" cy="4994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2" lvl="1" algn="l">
              <a:lnSpc>
                <a:spcPts val="3680"/>
              </a:lnSpc>
            </a:pP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8. Approval</a:t>
            </a:r>
            <a:endParaRPr lang="en-US" sz="40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303" y="2910083"/>
            <a:ext cx="14050110" cy="6752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2631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787067" y="904875"/>
            <a:ext cx="4965257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err="1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Fitur</a:t>
            </a:r>
            <a:endParaRPr lang="en-US" sz="65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14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2175932" y="2705100"/>
            <a:ext cx="14222853" cy="7162800"/>
            <a:chOff x="0" y="0"/>
            <a:chExt cx="3631194" cy="160275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31194" cy="1602754"/>
            </a:xfrm>
            <a:custGeom>
              <a:avLst/>
              <a:gdLst/>
              <a:ahLst/>
              <a:cxnLst/>
              <a:rect l="l" t="t" r="r" b="b"/>
              <a:pathLst>
                <a:path w="3631194" h="1602754">
                  <a:moveTo>
                    <a:pt x="28638" y="0"/>
                  </a:moveTo>
                  <a:lnTo>
                    <a:pt x="3602556" y="0"/>
                  </a:lnTo>
                  <a:cubicBezTo>
                    <a:pt x="3618373" y="0"/>
                    <a:pt x="3631194" y="12822"/>
                    <a:pt x="3631194" y="28638"/>
                  </a:cubicBezTo>
                  <a:lnTo>
                    <a:pt x="3631194" y="1574116"/>
                  </a:lnTo>
                  <a:cubicBezTo>
                    <a:pt x="3631194" y="1581711"/>
                    <a:pt x="3628177" y="1588995"/>
                    <a:pt x="3622806" y="1594366"/>
                  </a:cubicBezTo>
                  <a:cubicBezTo>
                    <a:pt x="3617436" y="1599737"/>
                    <a:pt x="3610151" y="1602754"/>
                    <a:pt x="3602556" y="1602754"/>
                  </a:cubicBezTo>
                  <a:lnTo>
                    <a:pt x="28638" y="1602754"/>
                  </a:lnTo>
                  <a:cubicBezTo>
                    <a:pt x="21043" y="1602754"/>
                    <a:pt x="13759" y="1599737"/>
                    <a:pt x="8388" y="1594366"/>
                  </a:cubicBezTo>
                  <a:cubicBezTo>
                    <a:pt x="3017" y="1588995"/>
                    <a:pt x="0" y="1581711"/>
                    <a:pt x="0" y="1574116"/>
                  </a:cubicBezTo>
                  <a:lnTo>
                    <a:pt x="0" y="28638"/>
                  </a:lnTo>
                  <a:cubicBezTo>
                    <a:pt x="0" y="21043"/>
                    <a:pt x="3017" y="13759"/>
                    <a:pt x="8388" y="8388"/>
                  </a:cubicBezTo>
                  <a:cubicBezTo>
                    <a:pt x="13759" y="3017"/>
                    <a:pt x="21043" y="0"/>
                    <a:pt x="28638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631194" cy="1640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133600" y="1977004"/>
            <a:ext cx="7848600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2" lvl="1" algn="l">
              <a:lnSpc>
                <a:spcPts val="3680"/>
              </a:lnSpc>
            </a:pPr>
            <a:r>
              <a: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9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. Approval</a:t>
            </a:r>
            <a:endParaRPr lang="en-US" sz="40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243" y="2983101"/>
            <a:ext cx="13830229" cy="660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865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787067" y="904875"/>
            <a:ext cx="4965257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err="1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Fitur</a:t>
            </a:r>
            <a:endParaRPr lang="en-US" sz="65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15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2286000" y="3084444"/>
            <a:ext cx="13810465" cy="5792856"/>
            <a:chOff x="0" y="0"/>
            <a:chExt cx="3631194" cy="160275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31194" cy="1602754"/>
            </a:xfrm>
            <a:custGeom>
              <a:avLst/>
              <a:gdLst/>
              <a:ahLst/>
              <a:cxnLst/>
              <a:rect l="l" t="t" r="r" b="b"/>
              <a:pathLst>
                <a:path w="3631194" h="1602754">
                  <a:moveTo>
                    <a:pt x="28638" y="0"/>
                  </a:moveTo>
                  <a:lnTo>
                    <a:pt x="3602556" y="0"/>
                  </a:lnTo>
                  <a:cubicBezTo>
                    <a:pt x="3618373" y="0"/>
                    <a:pt x="3631194" y="12822"/>
                    <a:pt x="3631194" y="28638"/>
                  </a:cubicBezTo>
                  <a:lnTo>
                    <a:pt x="3631194" y="1574116"/>
                  </a:lnTo>
                  <a:cubicBezTo>
                    <a:pt x="3631194" y="1581711"/>
                    <a:pt x="3628177" y="1588995"/>
                    <a:pt x="3622806" y="1594366"/>
                  </a:cubicBezTo>
                  <a:cubicBezTo>
                    <a:pt x="3617436" y="1599737"/>
                    <a:pt x="3610151" y="1602754"/>
                    <a:pt x="3602556" y="1602754"/>
                  </a:cubicBezTo>
                  <a:lnTo>
                    <a:pt x="28638" y="1602754"/>
                  </a:lnTo>
                  <a:cubicBezTo>
                    <a:pt x="21043" y="1602754"/>
                    <a:pt x="13759" y="1599737"/>
                    <a:pt x="8388" y="1594366"/>
                  </a:cubicBezTo>
                  <a:cubicBezTo>
                    <a:pt x="3017" y="1588995"/>
                    <a:pt x="0" y="1581711"/>
                    <a:pt x="0" y="1574116"/>
                  </a:cubicBezTo>
                  <a:lnTo>
                    <a:pt x="0" y="28638"/>
                  </a:lnTo>
                  <a:cubicBezTo>
                    <a:pt x="0" y="21043"/>
                    <a:pt x="3017" y="13759"/>
                    <a:pt x="8388" y="8388"/>
                  </a:cubicBezTo>
                  <a:cubicBezTo>
                    <a:pt x="13759" y="3017"/>
                    <a:pt x="21043" y="0"/>
                    <a:pt x="28638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631194" cy="1640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133600" y="1977004"/>
            <a:ext cx="7848600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2" lvl="1" algn="l">
              <a:lnSpc>
                <a:spcPts val="3680"/>
              </a:lnSpc>
            </a:pP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10. History </a:t>
            </a:r>
            <a:r>
              <a:rPr lang="en-US" sz="4000" dirty="0" err="1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Checksheet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 (1)</a:t>
            </a:r>
            <a:endParaRPr lang="en-US" sz="40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99" y="3331213"/>
            <a:ext cx="13505665" cy="530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741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787067" y="904875"/>
            <a:ext cx="4965257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err="1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Fitur</a:t>
            </a:r>
            <a:endParaRPr lang="en-US" sz="65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16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2286000" y="2628900"/>
            <a:ext cx="14330006" cy="7162800"/>
            <a:chOff x="0" y="0"/>
            <a:chExt cx="3631194" cy="160275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31194" cy="1602754"/>
            </a:xfrm>
            <a:custGeom>
              <a:avLst/>
              <a:gdLst/>
              <a:ahLst/>
              <a:cxnLst/>
              <a:rect l="l" t="t" r="r" b="b"/>
              <a:pathLst>
                <a:path w="3631194" h="1602754">
                  <a:moveTo>
                    <a:pt x="28638" y="0"/>
                  </a:moveTo>
                  <a:lnTo>
                    <a:pt x="3602556" y="0"/>
                  </a:lnTo>
                  <a:cubicBezTo>
                    <a:pt x="3618373" y="0"/>
                    <a:pt x="3631194" y="12822"/>
                    <a:pt x="3631194" y="28638"/>
                  </a:cubicBezTo>
                  <a:lnTo>
                    <a:pt x="3631194" y="1574116"/>
                  </a:lnTo>
                  <a:cubicBezTo>
                    <a:pt x="3631194" y="1581711"/>
                    <a:pt x="3628177" y="1588995"/>
                    <a:pt x="3622806" y="1594366"/>
                  </a:cubicBezTo>
                  <a:cubicBezTo>
                    <a:pt x="3617436" y="1599737"/>
                    <a:pt x="3610151" y="1602754"/>
                    <a:pt x="3602556" y="1602754"/>
                  </a:cubicBezTo>
                  <a:lnTo>
                    <a:pt x="28638" y="1602754"/>
                  </a:lnTo>
                  <a:cubicBezTo>
                    <a:pt x="21043" y="1602754"/>
                    <a:pt x="13759" y="1599737"/>
                    <a:pt x="8388" y="1594366"/>
                  </a:cubicBezTo>
                  <a:cubicBezTo>
                    <a:pt x="3017" y="1588995"/>
                    <a:pt x="0" y="1581711"/>
                    <a:pt x="0" y="1574116"/>
                  </a:cubicBezTo>
                  <a:lnTo>
                    <a:pt x="0" y="28638"/>
                  </a:lnTo>
                  <a:cubicBezTo>
                    <a:pt x="0" y="21043"/>
                    <a:pt x="3017" y="13759"/>
                    <a:pt x="8388" y="8388"/>
                  </a:cubicBezTo>
                  <a:cubicBezTo>
                    <a:pt x="13759" y="3017"/>
                    <a:pt x="21043" y="0"/>
                    <a:pt x="28638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631194" cy="1640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133600" y="1977004"/>
            <a:ext cx="7848600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2" lvl="1" algn="l">
              <a:lnSpc>
                <a:spcPts val="3680"/>
              </a:lnSpc>
            </a:pP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11. History </a:t>
            </a:r>
            <a:r>
              <a:rPr lang="en-US" sz="4000" dirty="0" err="1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Checksheet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 (2)</a:t>
            </a:r>
            <a:endParaRPr lang="en-US" sz="40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57" y="2774845"/>
            <a:ext cx="14174263" cy="682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863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7067" y="592941"/>
            <a:ext cx="16713866" cy="9101117"/>
            <a:chOff x="0" y="0"/>
            <a:chExt cx="4402006" cy="23970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02006" cy="2397002"/>
            </a:xfrm>
            <a:custGeom>
              <a:avLst/>
              <a:gdLst/>
              <a:ahLst/>
              <a:cxnLst/>
              <a:rect l="l" t="t" r="r" b="b"/>
              <a:pathLst>
                <a:path w="4402006" h="2397002">
                  <a:moveTo>
                    <a:pt x="23623" y="0"/>
                  </a:moveTo>
                  <a:lnTo>
                    <a:pt x="4378382" y="0"/>
                  </a:lnTo>
                  <a:cubicBezTo>
                    <a:pt x="4391429" y="0"/>
                    <a:pt x="4402006" y="10577"/>
                    <a:pt x="4402006" y="23623"/>
                  </a:cubicBezTo>
                  <a:lnTo>
                    <a:pt x="4402006" y="2373379"/>
                  </a:lnTo>
                  <a:cubicBezTo>
                    <a:pt x="4402006" y="2379644"/>
                    <a:pt x="4399517" y="2385653"/>
                    <a:pt x="4395087" y="2390083"/>
                  </a:cubicBezTo>
                  <a:cubicBezTo>
                    <a:pt x="4390656" y="2394513"/>
                    <a:pt x="4384647" y="2397002"/>
                    <a:pt x="4378382" y="2397002"/>
                  </a:cubicBezTo>
                  <a:lnTo>
                    <a:pt x="23623" y="2397002"/>
                  </a:lnTo>
                  <a:cubicBezTo>
                    <a:pt x="17358" y="2397002"/>
                    <a:pt x="11349" y="2394513"/>
                    <a:pt x="6919" y="2390083"/>
                  </a:cubicBezTo>
                  <a:cubicBezTo>
                    <a:pt x="2489" y="2385653"/>
                    <a:pt x="0" y="2379644"/>
                    <a:pt x="0" y="2373379"/>
                  </a:cubicBezTo>
                  <a:lnTo>
                    <a:pt x="0" y="23623"/>
                  </a:lnTo>
                  <a:cubicBezTo>
                    <a:pt x="0" y="17358"/>
                    <a:pt x="2489" y="11349"/>
                    <a:pt x="6919" y="6919"/>
                  </a:cubicBezTo>
                  <a:cubicBezTo>
                    <a:pt x="11349" y="2489"/>
                    <a:pt x="17358" y="0"/>
                    <a:pt x="23623" y="0"/>
                  </a:cubicBezTo>
                  <a:close/>
                </a:path>
              </a:pathLst>
            </a:custGeom>
            <a:solidFill>
              <a:srgbClr val="E6EAEF"/>
            </a:solidFill>
            <a:ln w="19050" cap="rnd">
              <a:solidFill>
                <a:srgbClr val="243342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02006" cy="24351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9559999">
            <a:off x="-6690254" y="3123721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38117">
            <a:off x="14860579" y="-2339974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2062800" y="4158106"/>
            <a:ext cx="14223925" cy="1672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8000" dirty="0" err="1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Terima</a:t>
            </a:r>
            <a:r>
              <a:rPr lang="en-US" sz="8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 </a:t>
            </a:r>
            <a:r>
              <a:rPr lang="en-US" sz="8000" dirty="0" err="1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Kasih</a:t>
            </a:r>
            <a:endParaRPr lang="en-US" sz="80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321</Words>
  <Application>Microsoft Office PowerPoint</Application>
  <PresentationFormat>Custom</PresentationFormat>
  <Paragraphs>67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Karnchang Bold</vt:lpstr>
      <vt:lpstr>Arimo</vt:lpstr>
      <vt:lpstr>Calibri</vt:lpstr>
      <vt:lpstr>Montserrat Medium</vt:lpstr>
      <vt:lpstr>Wingdings</vt:lpstr>
      <vt:lpstr>Karnchang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Hitam abu-abu minimalis geometris seminar proposal presentasi</dc:title>
  <dc:creator>Administrator</dc:creator>
  <cp:lastModifiedBy>user</cp:lastModifiedBy>
  <cp:revision>28</cp:revision>
  <dcterms:created xsi:type="dcterms:W3CDTF">2006-08-16T00:00:00Z</dcterms:created>
  <dcterms:modified xsi:type="dcterms:W3CDTF">2024-07-30T05:51:16Z</dcterms:modified>
  <dc:identifier>DAGL7UTqsmA</dc:identifier>
</cp:coreProperties>
</file>