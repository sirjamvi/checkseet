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0"/>
  </p:notesMasterIdLst>
  <p:sldIdLst>
    <p:sldId id="256" r:id="rId2"/>
    <p:sldId id="258" r:id="rId3"/>
    <p:sldId id="282" r:id="rId4"/>
    <p:sldId id="259" r:id="rId5"/>
    <p:sldId id="278" r:id="rId6"/>
    <p:sldId id="279" r:id="rId7"/>
    <p:sldId id="260" r:id="rId8"/>
    <p:sldId id="272" r:id="rId9"/>
    <p:sldId id="273" r:id="rId10"/>
    <p:sldId id="280" r:id="rId11"/>
    <p:sldId id="281" r:id="rId12"/>
    <p:sldId id="270" r:id="rId13"/>
    <p:sldId id="271" r:id="rId14"/>
    <p:sldId id="276" r:id="rId15"/>
    <p:sldId id="283" r:id="rId16"/>
    <p:sldId id="274" r:id="rId17"/>
    <p:sldId id="275" r:id="rId18"/>
    <p:sldId id="269" r:id="rId19"/>
  </p:sldIdLst>
  <p:sldSz cx="18288000" cy="10287000"/>
  <p:notesSz cx="6858000" cy="9144000"/>
  <p:embeddedFontLst>
    <p:embeddedFont>
      <p:font typeface="Karnchang Bold" panose="020B0604020202020204" charset="-34"/>
      <p:regular r:id="rId21"/>
    </p:embeddedFont>
    <p:embeddedFont>
      <p:font typeface="Arimo" panose="020B0604020202020204" charset="0"/>
      <p:regular r:id="rId22"/>
    </p:embeddedFont>
    <p:embeddedFont>
      <p:font typeface="Calibri" panose="020F0502020204030204" pitchFamily="34" charset="0"/>
      <p:regular r:id="rId23"/>
      <p:bold r:id="rId24"/>
      <p:italic r:id="rId25"/>
      <p:boldItalic r:id="rId26"/>
    </p:embeddedFont>
    <p:embeddedFont>
      <p:font typeface="Montserrat Medium" panose="020B0604020202020204" charset="0"/>
      <p:regular r:id="rId27"/>
    </p:embeddedFont>
    <p:embeddedFont>
      <p:font typeface="Karnchang" panose="020B0604020202020204" charset="-34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7" d="100"/>
          <a:sy n="57" d="100"/>
        </p:scale>
        <p:origin x="42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3A843A-96FA-4FD3-9761-F1297EE7AD86}" type="datetimeFigureOut">
              <a:rPr lang="en-US" smtClean="0"/>
              <a:t>7/30/2024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5B1A45-DC5A-4518-ACDE-74CD90404D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046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5B1A45-DC5A-4518-ACDE-74CD90404D4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7409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619125"/>
            <a:ext cx="8951437" cy="1323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>
                <a:solidFill>
                  <a:srgbClr val="000000"/>
                </a:solidFill>
                <a:latin typeface="Karnchang"/>
                <a:ea typeface="Karnchang"/>
                <a:cs typeface="Karnchang"/>
                <a:sym typeface="Karnchang"/>
              </a:rPr>
              <a:t>PITCH DECK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204132"/>
            <a:ext cx="9725747" cy="2568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00"/>
              </a:lnSpc>
            </a:pPr>
            <a:r>
              <a:rPr lang="en-US" sz="6500">
                <a:solidFill>
                  <a:srgbClr val="000000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CHECKSHEET MANAGEMENT SYSTEM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5630956"/>
            <a:ext cx="5544493" cy="1436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1500" indent="-571500" algn="l">
              <a:lnSpc>
                <a:spcPts val="5599"/>
              </a:lnSpc>
              <a:buFontTx/>
              <a:buChar char="-"/>
            </a:pPr>
            <a:r>
              <a:rPr lang="en-US" sz="3999" dirty="0" err="1" smtClean="0">
                <a:solidFill>
                  <a:srgbClr val="000000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Vieri</a:t>
            </a:r>
            <a:r>
              <a:rPr lang="en-US" sz="3999" dirty="0" smtClean="0">
                <a:solidFill>
                  <a:srgbClr val="000000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 </a:t>
            </a:r>
            <a:r>
              <a:rPr lang="en-US" sz="3999" dirty="0" err="1" smtClean="0">
                <a:solidFill>
                  <a:srgbClr val="000000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Fajar</a:t>
            </a:r>
            <a:r>
              <a:rPr lang="en-US" sz="3999" dirty="0" smtClean="0">
                <a:solidFill>
                  <a:srgbClr val="000000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 </a:t>
            </a:r>
            <a:r>
              <a:rPr lang="en-US" sz="3999" dirty="0" err="1" smtClean="0">
                <a:solidFill>
                  <a:srgbClr val="000000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Firdaus</a:t>
            </a:r>
            <a:endParaRPr lang="en-US" sz="3999" dirty="0" smtClean="0">
              <a:solidFill>
                <a:srgbClr val="000000"/>
              </a:solidFill>
              <a:latin typeface="Karnchang Bold"/>
              <a:ea typeface="Karnchang Bold"/>
              <a:cs typeface="Karnchang Bold"/>
              <a:sym typeface="Karnchang Bold"/>
            </a:endParaRPr>
          </a:p>
          <a:p>
            <a:pPr marL="571500" indent="-571500" algn="l">
              <a:lnSpc>
                <a:spcPts val="5599"/>
              </a:lnSpc>
              <a:buFontTx/>
              <a:buChar char="-"/>
            </a:pPr>
            <a:r>
              <a:rPr lang="en-US" sz="3999" dirty="0" err="1" smtClean="0">
                <a:solidFill>
                  <a:srgbClr val="000000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Ferindya</a:t>
            </a:r>
            <a:r>
              <a:rPr lang="en-US" sz="3999" dirty="0" smtClean="0">
                <a:solidFill>
                  <a:srgbClr val="000000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 </a:t>
            </a:r>
            <a:r>
              <a:rPr lang="en-US" sz="3999" dirty="0" err="1" smtClean="0">
                <a:solidFill>
                  <a:srgbClr val="000000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Aulia</a:t>
            </a:r>
            <a:r>
              <a:rPr lang="en-US" sz="3999" dirty="0" smtClean="0">
                <a:solidFill>
                  <a:srgbClr val="000000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 B.</a:t>
            </a:r>
            <a:endParaRPr lang="en-US" sz="3999" dirty="0">
              <a:solidFill>
                <a:srgbClr val="000000"/>
              </a:solidFill>
              <a:latin typeface="Karnchang Bold"/>
              <a:ea typeface="Karnchang Bold"/>
              <a:cs typeface="Karnchang Bold"/>
              <a:sym typeface="Karnchang Bold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10754447" y="-3093732"/>
            <a:ext cx="18901247" cy="17982775"/>
            <a:chOff x="0" y="0"/>
            <a:chExt cx="25201662" cy="23977033"/>
          </a:xfrm>
        </p:grpSpPr>
        <p:grpSp>
          <p:nvGrpSpPr>
            <p:cNvPr id="7" name="Group 7"/>
            <p:cNvGrpSpPr/>
            <p:nvPr/>
          </p:nvGrpSpPr>
          <p:grpSpPr>
            <a:xfrm rot="2252144">
              <a:off x="2887185" y="2861146"/>
              <a:ext cx="14259267" cy="14323066"/>
              <a:chOff x="0" y="0"/>
              <a:chExt cx="2816645" cy="2829248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243342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 rot="2252144">
              <a:off x="4620058" y="6213209"/>
              <a:ext cx="14259267" cy="14323066"/>
              <a:chOff x="0" y="0"/>
              <a:chExt cx="2816645" cy="2829248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535659"/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 rot="2252144">
              <a:off x="8055210" y="6792821"/>
              <a:ext cx="14259267" cy="14323066"/>
              <a:chOff x="0" y="0"/>
              <a:chExt cx="2816645" cy="2829248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858789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87067" y="448280"/>
            <a:ext cx="16713866" cy="9245778"/>
            <a:chOff x="0" y="-38100"/>
            <a:chExt cx="4402006" cy="243510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02006" cy="2397002"/>
            </a:xfrm>
            <a:custGeom>
              <a:avLst/>
              <a:gdLst/>
              <a:ahLst/>
              <a:cxnLst/>
              <a:rect l="l" t="t" r="r" b="b"/>
              <a:pathLst>
                <a:path w="4402006" h="2397002">
                  <a:moveTo>
                    <a:pt x="23623" y="0"/>
                  </a:moveTo>
                  <a:lnTo>
                    <a:pt x="4378382" y="0"/>
                  </a:lnTo>
                  <a:cubicBezTo>
                    <a:pt x="4391429" y="0"/>
                    <a:pt x="4402006" y="10577"/>
                    <a:pt x="4402006" y="23623"/>
                  </a:cubicBezTo>
                  <a:lnTo>
                    <a:pt x="4402006" y="2373379"/>
                  </a:lnTo>
                  <a:cubicBezTo>
                    <a:pt x="4402006" y="2379644"/>
                    <a:pt x="4399517" y="2385653"/>
                    <a:pt x="4395087" y="2390083"/>
                  </a:cubicBezTo>
                  <a:cubicBezTo>
                    <a:pt x="4390656" y="2394513"/>
                    <a:pt x="4384647" y="2397002"/>
                    <a:pt x="4378382" y="2397002"/>
                  </a:cubicBezTo>
                  <a:lnTo>
                    <a:pt x="23623" y="2397002"/>
                  </a:lnTo>
                  <a:cubicBezTo>
                    <a:pt x="17358" y="2397002"/>
                    <a:pt x="11349" y="2394513"/>
                    <a:pt x="6919" y="2390083"/>
                  </a:cubicBezTo>
                  <a:cubicBezTo>
                    <a:pt x="2489" y="2385653"/>
                    <a:pt x="0" y="2379644"/>
                    <a:pt x="0" y="2373379"/>
                  </a:cubicBezTo>
                  <a:lnTo>
                    <a:pt x="0" y="23623"/>
                  </a:lnTo>
                  <a:cubicBezTo>
                    <a:pt x="0" y="17358"/>
                    <a:pt x="2489" y="11349"/>
                    <a:pt x="6919" y="6919"/>
                  </a:cubicBezTo>
                  <a:cubicBezTo>
                    <a:pt x="11349" y="2489"/>
                    <a:pt x="17358" y="0"/>
                    <a:pt x="23623" y="0"/>
                  </a:cubicBezTo>
                  <a:close/>
                </a:path>
              </a:pathLst>
            </a:custGeom>
            <a:solidFill>
              <a:srgbClr val="E6EAEF"/>
            </a:solidFill>
            <a:ln w="19050" cap="rnd">
              <a:solidFill>
                <a:srgbClr val="243342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402006" cy="24351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7538080">
            <a:off x="-7029811" y="-5584933"/>
            <a:ext cx="9808447" cy="9331824"/>
            <a:chOff x="0" y="0"/>
            <a:chExt cx="13077930" cy="12442432"/>
          </a:xfrm>
        </p:grpSpPr>
        <p:grpSp>
          <p:nvGrpSpPr>
            <p:cNvPr id="6" name="Group 6"/>
            <p:cNvGrpSpPr/>
            <p:nvPr/>
          </p:nvGrpSpPr>
          <p:grpSpPr>
            <a:xfrm rot="2252144">
              <a:off x="1498251" y="1484738"/>
              <a:ext cx="7399579" cy="7432687"/>
              <a:chOff x="0" y="0"/>
              <a:chExt cx="2816645" cy="2829248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243342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2252144">
              <a:off x="2397493" y="3224228"/>
              <a:ext cx="7399579" cy="7432687"/>
              <a:chOff x="0" y="0"/>
              <a:chExt cx="2816645" cy="2829248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535659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 rot="2252144">
              <a:off x="4180100" y="3525007"/>
              <a:ext cx="7399579" cy="7432687"/>
              <a:chOff x="0" y="0"/>
              <a:chExt cx="2816645" cy="2829248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858789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5" name="Group 15"/>
          <p:cNvGrpSpPr/>
          <p:nvPr/>
        </p:nvGrpSpPr>
        <p:grpSpPr>
          <a:xfrm rot="2124477">
            <a:off x="15979122" y="5429903"/>
            <a:ext cx="9808447" cy="9331824"/>
            <a:chOff x="0" y="0"/>
            <a:chExt cx="13077930" cy="12442432"/>
          </a:xfrm>
        </p:grpSpPr>
        <p:grpSp>
          <p:nvGrpSpPr>
            <p:cNvPr id="16" name="Group 16"/>
            <p:cNvGrpSpPr/>
            <p:nvPr/>
          </p:nvGrpSpPr>
          <p:grpSpPr>
            <a:xfrm rot="2252144">
              <a:off x="1498251" y="1484738"/>
              <a:ext cx="7399579" cy="7432687"/>
              <a:chOff x="0" y="0"/>
              <a:chExt cx="2816645" cy="2829248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243342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2252144">
              <a:off x="2397493" y="3224228"/>
              <a:ext cx="7399579" cy="7432687"/>
              <a:chOff x="0" y="0"/>
              <a:chExt cx="2816645" cy="2829248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535659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 rot="2252144">
              <a:off x="4180100" y="3525007"/>
              <a:ext cx="7399579" cy="7432687"/>
              <a:chOff x="0" y="0"/>
              <a:chExt cx="2816645" cy="2829248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858789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30" name="Group 30"/>
          <p:cNvGrpSpPr/>
          <p:nvPr/>
        </p:nvGrpSpPr>
        <p:grpSpPr>
          <a:xfrm>
            <a:off x="2182284" y="2925928"/>
            <a:ext cx="12981516" cy="5951372"/>
            <a:chOff x="0" y="0"/>
            <a:chExt cx="2187113" cy="468225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187113" cy="468225"/>
            </a:xfrm>
            <a:custGeom>
              <a:avLst/>
              <a:gdLst/>
              <a:ahLst/>
              <a:cxnLst/>
              <a:rect l="l" t="t" r="r" b="b"/>
              <a:pathLst>
                <a:path w="2187113" h="468225">
                  <a:moveTo>
                    <a:pt x="47547" y="0"/>
                  </a:moveTo>
                  <a:lnTo>
                    <a:pt x="2139566" y="0"/>
                  </a:lnTo>
                  <a:cubicBezTo>
                    <a:pt x="2152177" y="0"/>
                    <a:pt x="2164270" y="5009"/>
                    <a:pt x="2173187" y="13926"/>
                  </a:cubicBezTo>
                  <a:cubicBezTo>
                    <a:pt x="2182104" y="22843"/>
                    <a:pt x="2187113" y="34937"/>
                    <a:pt x="2187113" y="47547"/>
                  </a:cubicBezTo>
                  <a:lnTo>
                    <a:pt x="2187113" y="420678"/>
                  </a:lnTo>
                  <a:cubicBezTo>
                    <a:pt x="2187113" y="433288"/>
                    <a:pt x="2182104" y="445382"/>
                    <a:pt x="2173187" y="454299"/>
                  </a:cubicBezTo>
                  <a:cubicBezTo>
                    <a:pt x="2164270" y="463216"/>
                    <a:pt x="2152177" y="468225"/>
                    <a:pt x="2139566" y="468225"/>
                  </a:cubicBezTo>
                  <a:lnTo>
                    <a:pt x="47547" y="468225"/>
                  </a:lnTo>
                  <a:cubicBezTo>
                    <a:pt x="34937" y="468225"/>
                    <a:pt x="22843" y="463216"/>
                    <a:pt x="13926" y="454299"/>
                  </a:cubicBezTo>
                  <a:cubicBezTo>
                    <a:pt x="5009" y="445382"/>
                    <a:pt x="0" y="433288"/>
                    <a:pt x="0" y="420678"/>
                  </a:cubicBezTo>
                  <a:lnTo>
                    <a:pt x="0" y="47547"/>
                  </a:lnTo>
                  <a:cubicBezTo>
                    <a:pt x="0" y="34937"/>
                    <a:pt x="5009" y="22843"/>
                    <a:pt x="13926" y="13926"/>
                  </a:cubicBezTo>
                  <a:cubicBezTo>
                    <a:pt x="22843" y="5009"/>
                    <a:pt x="34937" y="0"/>
                    <a:pt x="47547" y="0"/>
                  </a:cubicBezTo>
                  <a:close/>
                </a:path>
              </a:pathLst>
            </a:custGeom>
            <a:solidFill>
              <a:srgbClr val="858789">
                <a:alpha val="40000"/>
              </a:srgbClr>
            </a:solidFill>
            <a:ln w="19050" cap="rnd">
              <a:solidFill>
                <a:srgbClr val="243342">
                  <a:alpha val="40000"/>
                </a:srgbClr>
              </a:solidFill>
              <a:prstDash val="solid"/>
              <a:round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2187113" cy="506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6278279" y="-2594425"/>
            <a:ext cx="7384685" cy="1021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8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Pengambilan</a:t>
            </a:r>
            <a:r>
              <a:rPr lang="en-US" sz="28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data </a:t>
            </a:r>
            <a:r>
              <a:rPr lang="en-US" sz="28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mesin</a:t>
            </a:r>
            <a:r>
              <a:rPr lang="en-US" sz="28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8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produksi</a:t>
            </a:r>
            <a:r>
              <a:rPr lang="en-US" sz="28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8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dilakukan</a:t>
            </a:r>
            <a:r>
              <a:rPr lang="en-US" sz="28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8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secara</a:t>
            </a:r>
            <a:r>
              <a:rPr lang="en-US" sz="28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8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konvensional</a:t>
            </a:r>
            <a:r>
              <a:rPr lang="en-US" sz="28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8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menggunakan</a:t>
            </a:r>
            <a:r>
              <a:rPr lang="en-US" sz="28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8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kertas</a:t>
            </a:r>
            <a:endParaRPr lang="en-US" sz="2899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1122633" y="1673873"/>
            <a:ext cx="5811568" cy="769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980"/>
              </a:lnSpc>
            </a:pPr>
            <a:r>
              <a:rPr lang="en-US" sz="6500" dirty="0" smtClean="0">
                <a:solidFill>
                  <a:srgbClr val="000000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Overview</a:t>
            </a:r>
            <a:endParaRPr lang="en-US" sz="6500" dirty="0">
              <a:solidFill>
                <a:srgbClr val="000000"/>
              </a:solidFill>
              <a:latin typeface="Karnchang Bold"/>
              <a:ea typeface="Karnchang Bold"/>
              <a:cs typeface="Karnchang Bold"/>
              <a:sym typeface="Karnchang Bold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5706779" y="10698260"/>
            <a:ext cx="7956185" cy="3312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Hal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tersebut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menyebabkan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pengambilan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informasi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data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terkait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mesin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produksi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dibutuhkan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waktu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cukup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lama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yaitu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sekitar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satu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minggu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.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Dengan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hadirnya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checkseet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management system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ini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perusahaan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diharapkan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mendapat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informasi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data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secara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akurat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dan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cepat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. 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15665503" y="317552"/>
            <a:ext cx="2042119" cy="650325"/>
            <a:chOff x="0" y="0"/>
            <a:chExt cx="537842" cy="17127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537842" cy="171279"/>
            </a:xfrm>
            <a:custGeom>
              <a:avLst/>
              <a:gdLst/>
              <a:ahLst/>
              <a:cxnLst/>
              <a:rect l="l" t="t" r="r" b="b"/>
              <a:pathLst>
                <a:path w="537842" h="171279">
                  <a:moveTo>
                    <a:pt x="53076" y="0"/>
                  </a:moveTo>
                  <a:lnTo>
                    <a:pt x="484766" y="0"/>
                  </a:lnTo>
                  <a:cubicBezTo>
                    <a:pt x="514079" y="0"/>
                    <a:pt x="537842" y="23763"/>
                    <a:pt x="537842" y="53076"/>
                  </a:cubicBezTo>
                  <a:lnTo>
                    <a:pt x="537842" y="118203"/>
                  </a:lnTo>
                  <a:cubicBezTo>
                    <a:pt x="537842" y="132280"/>
                    <a:pt x="532250" y="145780"/>
                    <a:pt x="522296" y="155734"/>
                  </a:cubicBezTo>
                  <a:cubicBezTo>
                    <a:pt x="512343" y="165687"/>
                    <a:pt x="498843" y="171279"/>
                    <a:pt x="484766" y="171279"/>
                  </a:cubicBezTo>
                  <a:lnTo>
                    <a:pt x="53076" y="171279"/>
                  </a:lnTo>
                  <a:cubicBezTo>
                    <a:pt x="38999" y="171279"/>
                    <a:pt x="25499" y="165687"/>
                    <a:pt x="15546" y="155734"/>
                  </a:cubicBezTo>
                  <a:cubicBezTo>
                    <a:pt x="5592" y="145780"/>
                    <a:pt x="0" y="132280"/>
                    <a:pt x="0" y="118203"/>
                  </a:cubicBezTo>
                  <a:lnTo>
                    <a:pt x="0" y="53076"/>
                  </a:lnTo>
                  <a:cubicBezTo>
                    <a:pt x="0" y="38999"/>
                    <a:pt x="5592" y="25499"/>
                    <a:pt x="15546" y="15546"/>
                  </a:cubicBezTo>
                  <a:cubicBezTo>
                    <a:pt x="25499" y="5592"/>
                    <a:pt x="38999" y="0"/>
                    <a:pt x="53076" y="0"/>
                  </a:cubicBezTo>
                  <a:close/>
                </a:path>
              </a:pathLst>
            </a:custGeom>
            <a:solidFill>
              <a:srgbClr val="535659"/>
            </a:solidFill>
            <a:ln w="19050" cap="sq">
              <a:solidFill>
                <a:srgbClr val="243342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0" y="-38100"/>
              <a:ext cx="537842" cy="2093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15621459" y="349050"/>
            <a:ext cx="2168307" cy="341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spc="120" dirty="0" err="1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Halaman</a:t>
            </a:r>
            <a:r>
              <a:rPr lang="en-US" sz="2000" spc="120" dirty="0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 </a:t>
            </a:r>
            <a:r>
              <a:rPr lang="en-US" sz="2000" spc="120" dirty="0" smtClean="0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1</a:t>
            </a:r>
            <a:endParaRPr lang="en-US" sz="2000" spc="120" dirty="0">
              <a:solidFill>
                <a:srgbClr val="FFFFFF"/>
              </a:solidFill>
              <a:latin typeface="Karnchang"/>
              <a:ea typeface="Karnchang"/>
              <a:cs typeface="Karnchang"/>
              <a:sym typeface="Karnchang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4572000" y="4122708"/>
            <a:ext cx="9144000" cy="51488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ts val="3779"/>
              </a:lnSpc>
            </a:pPr>
            <a:endParaRPr lang="en-US" dirty="0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2667000" y="3091649"/>
            <a:ext cx="115824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Checksheet</a:t>
            </a:r>
            <a:r>
              <a:rPr lang="en-US" sz="24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Management System </a:t>
            </a:r>
            <a:r>
              <a:rPr lang="en-US" sz="24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merupakan</a:t>
            </a:r>
            <a:r>
              <a:rPr lang="en-US" sz="24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sistem</a:t>
            </a:r>
            <a:r>
              <a:rPr lang="en-US" sz="24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yang </a:t>
            </a:r>
            <a:r>
              <a:rPr lang="en-US" sz="24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digunakan</a:t>
            </a:r>
            <a:r>
              <a:rPr lang="en-US" sz="24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untuk</a:t>
            </a:r>
            <a:r>
              <a:rPr lang="en-US" sz="24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mencatat</a:t>
            </a:r>
            <a:r>
              <a:rPr lang="en-US" sz="2400" dirty="0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</a:t>
            </a:r>
            <a:r>
              <a:rPr lang="en-US" sz="2400" dirty="0" err="1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mengelola</a:t>
            </a:r>
            <a:r>
              <a:rPr lang="en-US" sz="2400" dirty="0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data </a:t>
            </a:r>
            <a:r>
              <a:rPr lang="en-US" sz="24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mesin</a:t>
            </a:r>
            <a:r>
              <a:rPr lang="en-US" sz="24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produksi</a:t>
            </a:r>
            <a:r>
              <a:rPr lang="en-US" sz="2400" dirty="0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dan</a:t>
            </a:r>
            <a:r>
              <a:rPr lang="en-US" sz="2400" dirty="0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melakukan</a:t>
            </a:r>
            <a:r>
              <a:rPr lang="en-US" sz="2400" dirty="0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approval </a:t>
            </a:r>
            <a:r>
              <a:rPr lang="en-US" sz="2400" dirty="0" err="1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terhadap</a:t>
            </a:r>
            <a:r>
              <a:rPr lang="en-US" sz="2400" dirty="0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startup. </a:t>
            </a:r>
            <a:r>
              <a:rPr lang="en-US" sz="24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Melalui</a:t>
            </a:r>
            <a:r>
              <a:rPr lang="en-US" sz="24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sistem</a:t>
            </a:r>
            <a:r>
              <a:rPr lang="en-US" sz="24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ini</a:t>
            </a:r>
            <a:r>
              <a:rPr lang="en-US" sz="24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user </a:t>
            </a:r>
            <a:r>
              <a:rPr lang="en-US" sz="24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dapat</a:t>
            </a:r>
            <a:r>
              <a:rPr lang="en-US" sz="24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melakukan</a:t>
            </a:r>
            <a:r>
              <a:rPr lang="en-US" sz="24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input, </a:t>
            </a:r>
            <a:r>
              <a:rPr lang="en-US" sz="24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melihat</a:t>
            </a:r>
            <a:r>
              <a:rPr lang="en-US" sz="24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dan</a:t>
            </a:r>
            <a:r>
              <a:rPr lang="en-US" sz="24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mengubah</a:t>
            </a:r>
            <a:r>
              <a:rPr lang="en-US" sz="24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data. </a:t>
            </a:r>
            <a:r>
              <a:rPr lang="en-US" sz="24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Sedangkan</a:t>
            </a:r>
            <a:r>
              <a:rPr lang="en-US" sz="24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admin </a:t>
            </a:r>
            <a:r>
              <a:rPr lang="en-US" sz="24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dapat</a:t>
            </a:r>
            <a:r>
              <a:rPr lang="en-US" sz="24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melakukan</a:t>
            </a:r>
            <a:r>
              <a:rPr lang="en-US" sz="24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berbagai</a:t>
            </a:r>
            <a:r>
              <a:rPr lang="en-US" sz="24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aksi</a:t>
            </a:r>
            <a:r>
              <a:rPr lang="en-US" sz="24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terkait</a:t>
            </a:r>
            <a:r>
              <a:rPr lang="en-US" sz="24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dengan</a:t>
            </a:r>
            <a:r>
              <a:rPr lang="en-US" sz="24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pengubahan</a:t>
            </a:r>
            <a:r>
              <a:rPr lang="en-US" sz="24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dan</a:t>
            </a:r>
            <a:r>
              <a:rPr lang="en-US" sz="24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penghapusan</a:t>
            </a:r>
            <a:r>
              <a:rPr lang="en-US" sz="24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data.</a:t>
            </a:r>
          </a:p>
          <a:p>
            <a:pPr>
              <a:lnSpc>
                <a:spcPct val="150000"/>
              </a:lnSpc>
            </a:pPr>
            <a:endParaRPr lang="en-US" sz="2400" b="1" dirty="0" smtClean="0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87067" y="448280"/>
            <a:ext cx="16713866" cy="9245778"/>
            <a:chOff x="0" y="-38100"/>
            <a:chExt cx="4402006" cy="243510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02006" cy="2397002"/>
            </a:xfrm>
            <a:custGeom>
              <a:avLst/>
              <a:gdLst/>
              <a:ahLst/>
              <a:cxnLst/>
              <a:rect l="l" t="t" r="r" b="b"/>
              <a:pathLst>
                <a:path w="4402006" h="2397002">
                  <a:moveTo>
                    <a:pt x="23623" y="0"/>
                  </a:moveTo>
                  <a:lnTo>
                    <a:pt x="4378382" y="0"/>
                  </a:lnTo>
                  <a:cubicBezTo>
                    <a:pt x="4391429" y="0"/>
                    <a:pt x="4402006" y="10577"/>
                    <a:pt x="4402006" y="23623"/>
                  </a:cubicBezTo>
                  <a:lnTo>
                    <a:pt x="4402006" y="2373379"/>
                  </a:lnTo>
                  <a:cubicBezTo>
                    <a:pt x="4402006" y="2379644"/>
                    <a:pt x="4399517" y="2385653"/>
                    <a:pt x="4395087" y="2390083"/>
                  </a:cubicBezTo>
                  <a:cubicBezTo>
                    <a:pt x="4390656" y="2394513"/>
                    <a:pt x="4384647" y="2397002"/>
                    <a:pt x="4378382" y="2397002"/>
                  </a:cubicBezTo>
                  <a:lnTo>
                    <a:pt x="23623" y="2397002"/>
                  </a:lnTo>
                  <a:cubicBezTo>
                    <a:pt x="17358" y="2397002"/>
                    <a:pt x="11349" y="2394513"/>
                    <a:pt x="6919" y="2390083"/>
                  </a:cubicBezTo>
                  <a:cubicBezTo>
                    <a:pt x="2489" y="2385653"/>
                    <a:pt x="0" y="2379644"/>
                    <a:pt x="0" y="2373379"/>
                  </a:cubicBezTo>
                  <a:lnTo>
                    <a:pt x="0" y="23623"/>
                  </a:lnTo>
                  <a:cubicBezTo>
                    <a:pt x="0" y="17358"/>
                    <a:pt x="2489" y="11349"/>
                    <a:pt x="6919" y="6919"/>
                  </a:cubicBezTo>
                  <a:cubicBezTo>
                    <a:pt x="11349" y="2489"/>
                    <a:pt x="17358" y="0"/>
                    <a:pt x="23623" y="0"/>
                  </a:cubicBezTo>
                  <a:close/>
                </a:path>
              </a:pathLst>
            </a:custGeom>
            <a:solidFill>
              <a:srgbClr val="E6EAEF"/>
            </a:solidFill>
            <a:ln w="19050" cap="rnd">
              <a:solidFill>
                <a:srgbClr val="243342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402006" cy="24351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7538080">
            <a:off x="-7029811" y="-5584933"/>
            <a:ext cx="9808447" cy="9331824"/>
            <a:chOff x="0" y="0"/>
            <a:chExt cx="13077930" cy="12442432"/>
          </a:xfrm>
        </p:grpSpPr>
        <p:grpSp>
          <p:nvGrpSpPr>
            <p:cNvPr id="6" name="Group 6"/>
            <p:cNvGrpSpPr/>
            <p:nvPr/>
          </p:nvGrpSpPr>
          <p:grpSpPr>
            <a:xfrm rot="2252144">
              <a:off x="1498251" y="1484738"/>
              <a:ext cx="7399579" cy="7432687"/>
              <a:chOff x="0" y="0"/>
              <a:chExt cx="2816645" cy="2829248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243342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2252144">
              <a:off x="2397493" y="3224228"/>
              <a:ext cx="7399579" cy="7432687"/>
              <a:chOff x="0" y="0"/>
              <a:chExt cx="2816645" cy="2829248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535659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 rot="2252144">
              <a:off x="4180100" y="3525007"/>
              <a:ext cx="7399579" cy="7432687"/>
              <a:chOff x="0" y="0"/>
              <a:chExt cx="2816645" cy="2829248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858789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5" name="Group 15"/>
          <p:cNvGrpSpPr/>
          <p:nvPr/>
        </p:nvGrpSpPr>
        <p:grpSpPr>
          <a:xfrm rot="2124477">
            <a:off x="15979122" y="5429903"/>
            <a:ext cx="9808447" cy="9331824"/>
            <a:chOff x="0" y="0"/>
            <a:chExt cx="13077930" cy="12442432"/>
          </a:xfrm>
        </p:grpSpPr>
        <p:grpSp>
          <p:nvGrpSpPr>
            <p:cNvPr id="16" name="Group 16"/>
            <p:cNvGrpSpPr/>
            <p:nvPr/>
          </p:nvGrpSpPr>
          <p:grpSpPr>
            <a:xfrm rot="2252144">
              <a:off x="1498251" y="1484738"/>
              <a:ext cx="7399579" cy="7432687"/>
              <a:chOff x="0" y="0"/>
              <a:chExt cx="2816645" cy="2829248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243342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2252144">
              <a:off x="2397493" y="3224228"/>
              <a:ext cx="7399579" cy="7432687"/>
              <a:chOff x="0" y="0"/>
              <a:chExt cx="2816645" cy="2829248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535659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 rot="2252144">
              <a:off x="4180100" y="3525007"/>
              <a:ext cx="7399579" cy="7432687"/>
              <a:chOff x="0" y="0"/>
              <a:chExt cx="2816645" cy="2829248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858789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30" name="Group 30"/>
          <p:cNvGrpSpPr/>
          <p:nvPr/>
        </p:nvGrpSpPr>
        <p:grpSpPr>
          <a:xfrm>
            <a:off x="2182284" y="2925928"/>
            <a:ext cx="12981516" cy="1531772"/>
            <a:chOff x="0" y="0"/>
            <a:chExt cx="2187113" cy="468225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187113" cy="468225"/>
            </a:xfrm>
            <a:custGeom>
              <a:avLst/>
              <a:gdLst/>
              <a:ahLst/>
              <a:cxnLst/>
              <a:rect l="l" t="t" r="r" b="b"/>
              <a:pathLst>
                <a:path w="2187113" h="468225">
                  <a:moveTo>
                    <a:pt x="47547" y="0"/>
                  </a:moveTo>
                  <a:lnTo>
                    <a:pt x="2139566" y="0"/>
                  </a:lnTo>
                  <a:cubicBezTo>
                    <a:pt x="2152177" y="0"/>
                    <a:pt x="2164270" y="5009"/>
                    <a:pt x="2173187" y="13926"/>
                  </a:cubicBezTo>
                  <a:cubicBezTo>
                    <a:pt x="2182104" y="22843"/>
                    <a:pt x="2187113" y="34937"/>
                    <a:pt x="2187113" y="47547"/>
                  </a:cubicBezTo>
                  <a:lnTo>
                    <a:pt x="2187113" y="420678"/>
                  </a:lnTo>
                  <a:cubicBezTo>
                    <a:pt x="2187113" y="433288"/>
                    <a:pt x="2182104" y="445382"/>
                    <a:pt x="2173187" y="454299"/>
                  </a:cubicBezTo>
                  <a:cubicBezTo>
                    <a:pt x="2164270" y="463216"/>
                    <a:pt x="2152177" y="468225"/>
                    <a:pt x="2139566" y="468225"/>
                  </a:cubicBezTo>
                  <a:lnTo>
                    <a:pt x="47547" y="468225"/>
                  </a:lnTo>
                  <a:cubicBezTo>
                    <a:pt x="34937" y="468225"/>
                    <a:pt x="22843" y="463216"/>
                    <a:pt x="13926" y="454299"/>
                  </a:cubicBezTo>
                  <a:cubicBezTo>
                    <a:pt x="5009" y="445382"/>
                    <a:pt x="0" y="433288"/>
                    <a:pt x="0" y="420678"/>
                  </a:cubicBezTo>
                  <a:lnTo>
                    <a:pt x="0" y="47547"/>
                  </a:lnTo>
                  <a:cubicBezTo>
                    <a:pt x="0" y="34937"/>
                    <a:pt x="5009" y="22843"/>
                    <a:pt x="13926" y="13926"/>
                  </a:cubicBezTo>
                  <a:cubicBezTo>
                    <a:pt x="22843" y="5009"/>
                    <a:pt x="34937" y="0"/>
                    <a:pt x="47547" y="0"/>
                  </a:cubicBezTo>
                  <a:close/>
                </a:path>
              </a:pathLst>
            </a:custGeom>
            <a:solidFill>
              <a:srgbClr val="858789">
                <a:alpha val="40000"/>
              </a:srgbClr>
            </a:solidFill>
            <a:ln w="19050" cap="rnd">
              <a:solidFill>
                <a:srgbClr val="243342">
                  <a:alpha val="40000"/>
                </a:srgbClr>
              </a:solidFill>
              <a:prstDash val="solid"/>
              <a:round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2187113" cy="506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6278279" y="-2594425"/>
            <a:ext cx="7384685" cy="1021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8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Pengambilan</a:t>
            </a:r>
            <a:r>
              <a:rPr lang="en-US" sz="28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data </a:t>
            </a:r>
            <a:r>
              <a:rPr lang="en-US" sz="28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mesin</a:t>
            </a:r>
            <a:r>
              <a:rPr lang="en-US" sz="28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8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produksi</a:t>
            </a:r>
            <a:r>
              <a:rPr lang="en-US" sz="28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8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dilakukan</a:t>
            </a:r>
            <a:r>
              <a:rPr lang="en-US" sz="28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8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secara</a:t>
            </a:r>
            <a:r>
              <a:rPr lang="en-US" sz="28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8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konvensional</a:t>
            </a:r>
            <a:r>
              <a:rPr lang="en-US" sz="28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8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menggunakan</a:t>
            </a:r>
            <a:r>
              <a:rPr lang="en-US" sz="28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8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kertas</a:t>
            </a:r>
            <a:endParaRPr lang="en-US" sz="2899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1122632" y="1673873"/>
            <a:ext cx="7731811" cy="8104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80"/>
              </a:lnSpc>
            </a:pPr>
            <a:r>
              <a:rPr lang="en-US" sz="6500" dirty="0" err="1" smtClean="0">
                <a:solidFill>
                  <a:srgbClr val="000000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Masalah</a:t>
            </a:r>
            <a:endParaRPr lang="en-US" sz="6500" dirty="0">
              <a:solidFill>
                <a:srgbClr val="000000"/>
              </a:solidFill>
              <a:latin typeface="Karnchang Bold"/>
              <a:ea typeface="Karnchang Bold"/>
              <a:cs typeface="Karnchang Bold"/>
              <a:sym typeface="Karnchang Bold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5706779" y="10698260"/>
            <a:ext cx="7956185" cy="3312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Hal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tersebut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menyebabkan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pengambilan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informasi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data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terkait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mesin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produksi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dibutuhkan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waktu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cukup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lama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yaitu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sekitar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satu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minggu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.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Dengan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hadirnya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checkseet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management system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ini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perusahaan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diharapkan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mendapat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informasi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data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secara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akurat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dan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cepat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. 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15665503" y="317552"/>
            <a:ext cx="2042119" cy="650325"/>
            <a:chOff x="0" y="0"/>
            <a:chExt cx="537842" cy="17127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537842" cy="171279"/>
            </a:xfrm>
            <a:custGeom>
              <a:avLst/>
              <a:gdLst/>
              <a:ahLst/>
              <a:cxnLst/>
              <a:rect l="l" t="t" r="r" b="b"/>
              <a:pathLst>
                <a:path w="537842" h="171279">
                  <a:moveTo>
                    <a:pt x="53076" y="0"/>
                  </a:moveTo>
                  <a:lnTo>
                    <a:pt x="484766" y="0"/>
                  </a:lnTo>
                  <a:cubicBezTo>
                    <a:pt x="514079" y="0"/>
                    <a:pt x="537842" y="23763"/>
                    <a:pt x="537842" y="53076"/>
                  </a:cubicBezTo>
                  <a:lnTo>
                    <a:pt x="537842" y="118203"/>
                  </a:lnTo>
                  <a:cubicBezTo>
                    <a:pt x="537842" y="132280"/>
                    <a:pt x="532250" y="145780"/>
                    <a:pt x="522296" y="155734"/>
                  </a:cubicBezTo>
                  <a:cubicBezTo>
                    <a:pt x="512343" y="165687"/>
                    <a:pt x="498843" y="171279"/>
                    <a:pt x="484766" y="171279"/>
                  </a:cubicBezTo>
                  <a:lnTo>
                    <a:pt x="53076" y="171279"/>
                  </a:lnTo>
                  <a:cubicBezTo>
                    <a:pt x="38999" y="171279"/>
                    <a:pt x="25499" y="165687"/>
                    <a:pt x="15546" y="155734"/>
                  </a:cubicBezTo>
                  <a:cubicBezTo>
                    <a:pt x="5592" y="145780"/>
                    <a:pt x="0" y="132280"/>
                    <a:pt x="0" y="118203"/>
                  </a:cubicBezTo>
                  <a:lnTo>
                    <a:pt x="0" y="53076"/>
                  </a:lnTo>
                  <a:cubicBezTo>
                    <a:pt x="0" y="38999"/>
                    <a:pt x="5592" y="25499"/>
                    <a:pt x="15546" y="15546"/>
                  </a:cubicBezTo>
                  <a:cubicBezTo>
                    <a:pt x="25499" y="5592"/>
                    <a:pt x="38999" y="0"/>
                    <a:pt x="53076" y="0"/>
                  </a:cubicBezTo>
                  <a:close/>
                </a:path>
              </a:pathLst>
            </a:custGeom>
            <a:solidFill>
              <a:srgbClr val="535659"/>
            </a:solidFill>
            <a:ln w="19050" cap="sq">
              <a:solidFill>
                <a:srgbClr val="243342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0" y="-38100"/>
              <a:ext cx="537842" cy="2093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15621459" y="349050"/>
            <a:ext cx="2168307" cy="341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spc="120" dirty="0" err="1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Halaman</a:t>
            </a:r>
            <a:r>
              <a:rPr lang="en-US" sz="2000" spc="120" dirty="0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 </a:t>
            </a:r>
            <a:r>
              <a:rPr lang="en-US" sz="2000" spc="120" dirty="0" smtClean="0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1</a:t>
            </a:r>
            <a:endParaRPr lang="en-US" sz="2000" spc="120" dirty="0">
              <a:solidFill>
                <a:srgbClr val="FFFFFF"/>
              </a:solidFill>
              <a:latin typeface="Karnchang"/>
              <a:ea typeface="Karnchang"/>
              <a:cs typeface="Karnchang"/>
              <a:sym typeface="Karnchang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4572000" y="4122708"/>
            <a:ext cx="9144000" cy="51488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ts val="3779"/>
              </a:lnSpc>
            </a:pPr>
            <a:endParaRPr lang="en-US" dirty="0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2667000" y="3091649"/>
            <a:ext cx="115824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 err="1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Pengambilan</a:t>
            </a:r>
            <a:r>
              <a:rPr lang="en-US" sz="2400" dirty="0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data </a:t>
            </a:r>
            <a:r>
              <a:rPr lang="en-US" sz="2400" dirty="0" err="1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mesin</a:t>
            </a:r>
            <a:r>
              <a:rPr lang="en-US" sz="2400" dirty="0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produksi</a:t>
            </a:r>
            <a:r>
              <a:rPr lang="en-US" sz="2400" dirty="0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dilakukan</a:t>
            </a:r>
            <a:r>
              <a:rPr lang="en-US" sz="2400" dirty="0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secara</a:t>
            </a:r>
            <a:r>
              <a:rPr lang="en-US" sz="2400" dirty="0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konvensional</a:t>
            </a:r>
            <a:r>
              <a:rPr lang="en-US" sz="2400" dirty="0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menggunakan</a:t>
            </a:r>
            <a:r>
              <a:rPr lang="en-US" sz="2400" dirty="0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kertas</a:t>
            </a:r>
            <a:endParaRPr lang="en-US" sz="2400" dirty="0" smtClean="0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44" name="Group 30"/>
          <p:cNvGrpSpPr/>
          <p:nvPr/>
        </p:nvGrpSpPr>
        <p:grpSpPr>
          <a:xfrm>
            <a:off x="2182284" y="4946918"/>
            <a:ext cx="12981516" cy="1187182"/>
            <a:chOff x="0" y="0"/>
            <a:chExt cx="2187113" cy="468225"/>
          </a:xfrm>
        </p:grpSpPr>
        <p:sp>
          <p:nvSpPr>
            <p:cNvPr id="45" name="Freeform 31"/>
            <p:cNvSpPr/>
            <p:nvPr/>
          </p:nvSpPr>
          <p:spPr>
            <a:xfrm>
              <a:off x="0" y="0"/>
              <a:ext cx="2187113" cy="468225"/>
            </a:xfrm>
            <a:custGeom>
              <a:avLst/>
              <a:gdLst/>
              <a:ahLst/>
              <a:cxnLst/>
              <a:rect l="l" t="t" r="r" b="b"/>
              <a:pathLst>
                <a:path w="2187113" h="468225">
                  <a:moveTo>
                    <a:pt x="47547" y="0"/>
                  </a:moveTo>
                  <a:lnTo>
                    <a:pt x="2139566" y="0"/>
                  </a:lnTo>
                  <a:cubicBezTo>
                    <a:pt x="2152177" y="0"/>
                    <a:pt x="2164270" y="5009"/>
                    <a:pt x="2173187" y="13926"/>
                  </a:cubicBezTo>
                  <a:cubicBezTo>
                    <a:pt x="2182104" y="22843"/>
                    <a:pt x="2187113" y="34937"/>
                    <a:pt x="2187113" y="47547"/>
                  </a:cubicBezTo>
                  <a:lnTo>
                    <a:pt x="2187113" y="420678"/>
                  </a:lnTo>
                  <a:cubicBezTo>
                    <a:pt x="2187113" y="433288"/>
                    <a:pt x="2182104" y="445382"/>
                    <a:pt x="2173187" y="454299"/>
                  </a:cubicBezTo>
                  <a:cubicBezTo>
                    <a:pt x="2164270" y="463216"/>
                    <a:pt x="2152177" y="468225"/>
                    <a:pt x="2139566" y="468225"/>
                  </a:cubicBezTo>
                  <a:lnTo>
                    <a:pt x="47547" y="468225"/>
                  </a:lnTo>
                  <a:cubicBezTo>
                    <a:pt x="34937" y="468225"/>
                    <a:pt x="22843" y="463216"/>
                    <a:pt x="13926" y="454299"/>
                  </a:cubicBezTo>
                  <a:cubicBezTo>
                    <a:pt x="5009" y="445382"/>
                    <a:pt x="0" y="433288"/>
                    <a:pt x="0" y="420678"/>
                  </a:cubicBezTo>
                  <a:lnTo>
                    <a:pt x="0" y="47547"/>
                  </a:lnTo>
                  <a:cubicBezTo>
                    <a:pt x="0" y="34937"/>
                    <a:pt x="5009" y="22843"/>
                    <a:pt x="13926" y="13926"/>
                  </a:cubicBezTo>
                  <a:cubicBezTo>
                    <a:pt x="22843" y="5009"/>
                    <a:pt x="34937" y="0"/>
                    <a:pt x="47547" y="0"/>
                  </a:cubicBezTo>
                  <a:close/>
                </a:path>
              </a:pathLst>
            </a:custGeom>
            <a:solidFill>
              <a:srgbClr val="858789">
                <a:alpha val="40000"/>
              </a:srgbClr>
            </a:solidFill>
            <a:ln w="19050" cap="rnd">
              <a:solidFill>
                <a:srgbClr val="243342">
                  <a:alpha val="40000"/>
                </a:srgbClr>
              </a:solidFill>
              <a:prstDash val="solid"/>
              <a:round/>
            </a:ln>
          </p:spPr>
        </p:sp>
        <p:sp>
          <p:nvSpPr>
            <p:cNvPr id="46" name="TextBox 32"/>
            <p:cNvSpPr txBox="1"/>
            <p:nvPr/>
          </p:nvSpPr>
          <p:spPr>
            <a:xfrm>
              <a:off x="0" y="-38100"/>
              <a:ext cx="2187113" cy="506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sp>
        <p:nvSpPr>
          <p:cNvPr id="47" name="Rectangle 46"/>
          <p:cNvSpPr/>
          <p:nvPr/>
        </p:nvSpPr>
        <p:spPr>
          <a:xfrm>
            <a:off x="2667000" y="5217343"/>
            <a:ext cx="11506200" cy="5838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 err="1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Rawan</a:t>
            </a:r>
            <a:r>
              <a:rPr lang="en-US" sz="2400" dirty="0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untuk</a:t>
            </a:r>
            <a:r>
              <a:rPr lang="en-US" sz="2400" dirty="0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terjadi</a:t>
            </a:r>
            <a:r>
              <a:rPr lang="en-US" sz="2400" dirty="0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kehilangan</a:t>
            </a:r>
            <a:r>
              <a:rPr lang="en-US" sz="2400" dirty="0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dokumen</a:t>
            </a:r>
            <a:endParaRPr lang="en-US" sz="2400" dirty="0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0" name="TextBox 32"/>
          <p:cNvSpPr txBox="1"/>
          <p:nvPr/>
        </p:nvSpPr>
        <p:spPr>
          <a:xfrm>
            <a:off x="2182284" y="6551737"/>
            <a:ext cx="12981516" cy="1332927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3362"/>
              </a:lnSpc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66348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88091" y="296276"/>
            <a:ext cx="16713866" cy="9101117"/>
            <a:chOff x="0" y="0"/>
            <a:chExt cx="4402006" cy="239700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02006" cy="2397002"/>
            </a:xfrm>
            <a:custGeom>
              <a:avLst/>
              <a:gdLst/>
              <a:ahLst/>
              <a:cxnLst/>
              <a:rect l="l" t="t" r="r" b="b"/>
              <a:pathLst>
                <a:path w="4402006" h="2397002">
                  <a:moveTo>
                    <a:pt x="23623" y="0"/>
                  </a:moveTo>
                  <a:lnTo>
                    <a:pt x="4378382" y="0"/>
                  </a:lnTo>
                  <a:cubicBezTo>
                    <a:pt x="4391429" y="0"/>
                    <a:pt x="4402006" y="10577"/>
                    <a:pt x="4402006" y="23623"/>
                  </a:cubicBezTo>
                  <a:lnTo>
                    <a:pt x="4402006" y="2373379"/>
                  </a:lnTo>
                  <a:cubicBezTo>
                    <a:pt x="4402006" y="2379644"/>
                    <a:pt x="4399517" y="2385653"/>
                    <a:pt x="4395087" y="2390083"/>
                  </a:cubicBezTo>
                  <a:cubicBezTo>
                    <a:pt x="4390656" y="2394513"/>
                    <a:pt x="4384647" y="2397002"/>
                    <a:pt x="4378382" y="2397002"/>
                  </a:cubicBezTo>
                  <a:lnTo>
                    <a:pt x="23623" y="2397002"/>
                  </a:lnTo>
                  <a:cubicBezTo>
                    <a:pt x="17358" y="2397002"/>
                    <a:pt x="11349" y="2394513"/>
                    <a:pt x="6919" y="2390083"/>
                  </a:cubicBezTo>
                  <a:cubicBezTo>
                    <a:pt x="2489" y="2385653"/>
                    <a:pt x="0" y="2379644"/>
                    <a:pt x="0" y="2373379"/>
                  </a:cubicBezTo>
                  <a:lnTo>
                    <a:pt x="0" y="23623"/>
                  </a:lnTo>
                  <a:cubicBezTo>
                    <a:pt x="0" y="17358"/>
                    <a:pt x="2489" y="11349"/>
                    <a:pt x="6919" y="6919"/>
                  </a:cubicBezTo>
                  <a:cubicBezTo>
                    <a:pt x="11349" y="2489"/>
                    <a:pt x="17358" y="0"/>
                    <a:pt x="23623" y="0"/>
                  </a:cubicBezTo>
                  <a:close/>
                </a:path>
              </a:pathLst>
            </a:custGeom>
            <a:solidFill>
              <a:srgbClr val="E6EAEF"/>
            </a:solidFill>
            <a:ln w="19050" cap="rnd">
              <a:solidFill>
                <a:srgbClr val="243342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402006" cy="24351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7538080">
            <a:off x="-7029811" y="-5584933"/>
            <a:ext cx="9808447" cy="9331824"/>
            <a:chOff x="0" y="0"/>
            <a:chExt cx="13077930" cy="12442432"/>
          </a:xfrm>
        </p:grpSpPr>
        <p:grpSp>
          <p:nvGrpSpPr>
            <p:cNvPr id="6" name="Group 6"/>
            <p:cNvGrpSpPr/>
            <p:nvPr/>
          </p:nvGrpSpPr>
          <p:grpSpPr>
            <a:xfrm rot="2252144">
              <a:off x="1498251" y="1484738"/>
              <a:ext cx="7399579" cy="7432687"/>
              <a:chOff x="0" y="0"/>
              <a:chExt cx="2816645" cy="2829248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243342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2252144">
              <a:off x="2397493" y="3224228"/>
              <a:ext cx="7399579" cy="7432687"/>
              <a:chOff x="0" y="0"/>
              <a:chExt cx="2816645" cy="2829248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535659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 rot="2252144">
              <a:off x="4180100" y="3525007"/>
              <a:ext cx="7399579" cy="7432687"/>
              <a:chOff x="0" y="0"/>
              <a:chExt cx="2816645" cy="2829248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858789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5" name="Group 15"/>
          <p:cNvGrpSpPr/>
          <p:nvPr/>
        </p:nvGrpSpPr>
        <p:grpSpPr>
          <a:xfrm rot="2124477">
            <a:off x="15979122" y="5429903"/>
            <a:ext cx="9808447" cy="9331824"/>
            <a:chOff x="0" y="0"/>
            <a:chExt cx="13077930" cy="12442432"/>
          </a:xfrm>
        </p:grpSpPr>
        <p:grpSp>
          <p:nvGrpSpPr>
            <p:cNvPr id="16" name="Group 16"/>
            <p:cNvGrpSpPr/>
            <p:nvPr/>
          </p:nvGrpSpPr>
          <p:grpSpPr>
            <a:xfrm rot="2252144">
              <a:off x="1498251" y="1484738"/>
              <a:ext cx="7399579" cy="7432687"/>
              <a:chOff x="0" y="0"/>
              <a:chExt cx="2816645" cy="2829248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243342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2252144">
              <a:off x="2397493" y="3224228"/>
              <a:ext cx="7399579" cy="7432687"/>
              <a:chOff x="0" y="0"/>
              <a:chExt cx="2816645" cy="2829248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535659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 rot="2252144">
              <a:off x="4180100" y="3525007"/>
              <a:ext cx="7399579" cy="7432687"/>
              <a:chOff x="0" y="0"/>
              <a:chExt cx="2816645" cy="2829248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858789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25" name="TextBox 25"/>
          <p:cNvSpPr txBox="1"/>
          <p:nvPr/>
        </p:nvSpPr>
        <p:spPr>
          <a:xfrm>
            <a:off x="525871" y="1440148"/>
            <a:ext cx="9710948" cy="769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980"/>
              </a:lnSpc>
            </a:pPr>
            <a:r>
              <a:rPr lang="en-US" sz="4400" dirty="0" smtClean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Flow Input Data </a:t>
            </a:r>
            <a:r>
              <a:rPr lang="en-US" sz="4400" dirty="0" err="1" smtClean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Sekarang</a:t>
            </a:r>
            <a:endParaRPr lang="en-US" sz="4400" dirty="0">
              <a:solidFill>
                <a:srgbClr val="243342"/>
              </a:solidFill>
              <a:latin typeface="Karnchang Bold"/>
              <a:ea typeface="Karnchang Bold"/>
              <a:cs typeface="Karnchang Bold"/>
              <a:sym typeface="Karnchang Bold"/>
            </a:endParaRPr>
          </a:p>
        </p:txBody>
      </p:sp>
      <p:grpSp>
        <p:nvGrpSpPr>
          <p:cNvPr id="26" name="Group 26"/>
          <p:cNvGrpSpPr/>
          <p:nvPr/>
        </p:nvGrpSpPr>
        <p:grpSpPr>
          <a:xfrm>
            <a:off x="8853667" y="956212"/>
            <a:ext cx="8096003" cy="2592961"/>
            <a:chOff x="0" y="-18541"/>
            <a:chExt cx="10794670" cy="3457280"/>
          </a:xfrm>
        </p:grpSpPr>
        <p:sp>
          <p:nvSpPr>
            <p:cNvPr id="30" name="TextBox 30"/>
            <p:cNvSpPr txBox="1"/>
            <p:nvPr/>
          </p:nvSpPr>
          <p:spPr>
            <a:xfrm>
              <a:off x="0" y="875469"/>
              <a:ext cx="10794670" cy="25632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04216" y="1168002"/>
              <a:ext cx="10204030" cy="6165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79"/>
                </a:lnSpc>
              </a:pPr>
              <a:endParaRPr lang="en-US" sz="2700" dirty="0">
                <a:solidFill>
                  <a:srgbClr val="000000"/>
                </a:solidFill>
                <a:latin typeface="Karnchang"/>
                <a:ea typeface="Karnchang"/>
                <a:cs typeface="Karnchang"/>
                <a:sym typeface="Karnchang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29949" y="-18541"/>
              <a:ext cx="9156781" cy="6659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80"/>
                </a:lnSpc>
              </a:pPr>
              <a:endParaRPr lang="en-US" sz="4000" dirty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endParaRP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5665503" y="317552"/>
            <a:ext cx="2042119" cy="650325"/>
            <a:chOff x="0" y="0"/>
            <a:chExt cx="537842" cy="17127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537842" cy="171279"/>
            </a:xfrm>
            <a:custGeom>
              <a:avLst/>
              <a:gdLst/>
              <a:ahLst/>
              <a:cxnLst/>
              <a:rect l="l" t="t" r="r" b="b"/>
              <a:pathLst>
                <a:path w="537842" h="171279">
                  <a:moveTo>
                    <a:pt x="53076" y="0"/>
                  </a:moveTo>
                  <a:lnTo>
                    <a:pt x="484766" y="0"/>
                  </a:lnTo>
                  <a:cubicBezTo>
                    <a:pt x="514079" y="0"/>
                    <a:pt x="537842" y="23763"/>
                    <a:pt x="537842" y="53076"/>
                  </a:cubicBezTo>
                  <a:lnTo>
                    <a:pt x="537842" y="118203"/>
                  </a:lnTo>
                  <a:cubicBezTo>
                    <a:pt x="537842" y="132280"/>
                    <a:pt x="532250" y="145780"/>
                    <a:pt x="522296" y="155734"/>
                  </a:cubicBezTo>
                  <a:cubicBezTo>
                    <a:pt x="512343" y="165687"/>
                    <a:pt x="498843" y="171279"/>
                    <a:pt x="484766" y="171279"/>
                  </a:cubicBezTo>
                  <a:lnTo>
                    <a:pt x="53076" y="171279"/>
                  </a:lnTo>
                  <a:cubicBezTo>
                    <a:pt x="38999" y="171279"/>
                    <a:pt x="25499" y="165687"/>
                    <a:pt x="15546" y="155734"/>
                  </a:cubicBezTo>
                  <a:cubicBezTo>
                    <a:pt x="5592" y="145780"/>
                    <a:pt x="0" y="132280"/>
                    <a:pt x="0" y="118203"/>
                  </a:cubicBezTo>
                  <a:lnTo>
                    <a:pt x="0" y="53076"/>
                  </a:lnTo>
                  <a:cubicBezTo>
                    <a:pt x="0" y="38999"/>
                    <a:pt x="5592" y="25499"/>
                    <a:pt x="15546" y="15546"/>
                  </a:cubicBezTo>
                  <a:cubicBezTo>
                    <a:pt x="25499" y="5592"/>
                    <a:pt x="38999" y="0"/>
                    <a:pt x="53076" y="0"/>
                  </a:cubicBezTo>
                  <a:close/>
                </a:path>
              </a:pathLst>
            </a:custGeom>
            <a:solidFill>
              <a:srgbClr val="535659"/>
            </a:solidFill>
            <a:ln w="19050" cap="sq">
              <a:solidFill>
                <a:srgbClr val="243342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0" y="-38100"/>
              <a:ext cx="537842" cy="2093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5621459" y="349050"/>
            <a:ext cx="2168307" cy="341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spc="120" dirty="0" err="1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Halaman</a:t>
            </a:r>
            <a:r>
              <a:rPr lang="en-US" sz="2000" spc="120" dirty="0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 </a:t>
            </a:r>
            <a:r>
              <a:rPr lang="en-US" sz="2000" spc="120" dirty="0" smtClean="0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2</a:t>
            </a:r>
            <a:endParaRPr lang="en-US" sz="2000" spc="120" dirty="0">
              <a:solidFill>
                <a:srgbClr val="FFFFFF"/>
              </a:solidFill>
              <a:latin typeface="Karnchang"/>
              <a:ea typeface="Karnchang"/>
              <a:cs typeface="Karnchang"/>
              <a:sym typeface="Karnchang"/>
            </a:endParaRPr>
          </a:p>
        </p:txBody>
      </p:sp>
      <p:grpSp>
        <p:nvGrpSpPr>
          <p:cNvPr id="42" name="Group 42"/>
          <p:cNvGrpSpPr/>
          <p:nvPr/>
        </p:nvGrpSpPr>
        <p:grpSpPr>
          <a:xfrm>
            <a:off x="8853667" y="3840067"/>
            <a:ext cx="8096003" cy="2592961"/>
            <a:chOff x="0" y="-18541"/>
            <a:chExt cx="10794670" cy="3457280"/>
          </a:xfrm>
        </p:grpSpPr>
        <p:sp>
          <p:nvSpPr>
            <p:cNvPr id="46" name="TextBox 46"/>
            <p:cNvSpPr txBox="1"/>
            <p:nvPr/>
          </p:nvSpPr>
          <p:spPr>
            <a:xfrm>
              <a:off x="0" y="875469"/>
              <a:ext cx="10794670" cy="25632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04216" y="1168003"/>
              <a:ext cx="10204030" cy="6165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79"/>
                </a:lnSpc>
              </a:pPr>
              <a:endParaRPr lang="en-US" sz="2700" dirty="0">
                <a:solidFill>
                  <a:srgbClr val="000000"/>
                </a:solidFill>
                <a:latin typeface="Karnchang"/>
                <a:ea typeface="Karnchang"/>
                <a:cs typeface="Karnchang"/>
                <a:sym typeface="Karnchang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29949" y="-18541"/>
              <a:ext cx="9156781" cy="6659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80"/>
                </a:lnSpc>
              </a:pPr>
              <a:endParaRPr lang="en-US" sz="4000" dirty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endParaRP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279818" y="4472283"/>
            <a:ext cx="15287533" cy="4565944"/>
            <a:chOff x="-9588706" y="-607388"/>
            <a:chExt cx="20383376" cy="4046127"/>
          </a:xfrm>
        </p:grpSpPr>
        <p:grpSp>
          <p:nvGrpSpPr>
            <p:cNvPr id="51" name="Group 51"/>
            <p:cNvGrpSpPr/>
            <p:nvPr/>
          </p:nvGrpSpPr>
          <p:grpSpPr>
            <a:xfrm>
              <a:off x="-9588706" y="-607388"/>
              <a:ext cx="20383376" cy="4046127"/>
              <a:chOff x="-1894066" y="-331010"/>
              <a:chExt cx="4026347" cy="799235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-1894066" y="-331010"/>
                <a:ext cx="543090" cy="192263"/>
              </a:xfrm>
              <a:custGeom>
                <a:avLst/>
                <a:gdLst/>
                <a:ahLst/>
                <a:cxnLst/>
                <a:rect l="l" t="t" r="r" b="b"/>
                <a:pathLst>
                  <a:path w="2132281" h="468225">
                    <a:moveTo>
                      <a:pt x="48769" y="0"/>
                    </a:moveTo>
                    <a:lnTo>
                      <a:pt x="2083511" y="0"/>
                    </a:lnTo>
                    <a:cubicBezTo>
                      <a:pt x="2096445" y="0"/>
                      <a:pt x="2108850" y="5138"/>
                      <a:pt x="2117996" y="14284"/>
                    </a:cubicBezTo>
                    <a:cubicBezTo>
                      <a:pt x="2127142" y="23430"/>
                      <a:pt x="2132281" y="35835"/>
                      <a:pt x="2132281" y="48769"/>
                    </a:cubicBezTo>
                    <a:lnTo>
                      <a:pt x="2132281" y="419456"/>
                    </a:lnTo>
                    <a:cubicBezTo>
                      <a:pt x="2132281" y="446390"/>
                      <a:pt x="2110446" y="468225"/>
                      <a:pt x="2083511" y="468225"/>
                    </a:cubicBezTo>
                    <a:lnTo>
                      <a:pt x="48769" y="468225"/>
                    </a:lnTo>
                    <a:cubicBezTo>
                      <a:pt x="21835" y="468225"/>
                      <a:pt x="0" y="446390"/>
                      <a:pt x="0" y="419456"/>
                    </a:cubicBezTo>
                    <a:lnTo>
                      <a:pt x="0" y="48769"/>
                    </a:lnTo>
                    <a:cubicBezTo>
                      <a:pt x="0" y="21835"/>
                      <a:pt x="21835" y="0"/>
                      <a:pt x="48769" y="0"/>
                    </a:cubicBezTo>
                    <a:close/>
                  </a:path>
                </a:pathLst>
              </a:custGeom>
              <a:solidFill>
                <a:srgbClr val="858789">
                  <a:alpha val="40000"/>
                </a:srgbClr>
              </a:solidFill>
              <a:ln w="19050" cap="rnd">
                <a:solidFill>
                  <a:srgbClr val="243342">
                    <a:alpha val="40000"/>
                  </a:srgbClr>
                </a:solidFill>
                <a:prstDash val="solid"/>
                <a:round/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0" y="-38100"/>
                <a:ext cx="2132281" cy="5063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2"/>
                  </a:lnSpc>
                </a:pPr>
                <a:endParaRPr/>
              </a:p>
            </p:txBody>
          </p:sp>
        </p:grpSp>
        <p:sp>
          <p:nvSpPr>
            <p:cNvPr id="54" name="TextBox 54"/>
            <p:cNvSpPr txBox="1"/>
            <p:nvPr/>
          </p:nvSpPr>
          <p:spPr>
            <a:xfrm>
              <a:off x="-4420428" y="1168002"/>
              <a:ext cx="5213938" cy="86366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3779"/>
                </a:lnSpc>
              </a:pPr>
              <a:r>
                <a:rPr lang="en-US" sz="2500" dirty="0" err="1" smtClean="0">
                  <a:solidFill>
                    <a:srgbClr val="000000"/>
                  </a:solidFill>
                  <a:latin typeface="Karnchang"/>
                  <a:ea typeface="Karnchang"/>
                  <a:cs typeface="Karnchang"/>
                  <a:sym typeface="Karnchang"/>
                </a:rPr>
                <a:t>Karyawan</a:t>
              </a:r>
              <a:r>
                <a:rPr lang="en-US" sz="2500" dirty="0" smtClean="0">
                  <a:solidFill>
                    <a:srgbClr val="000000"/>
                  </a:solidFill>
                  <a:latin typeface="Karnchang"/>
                  <a:ea typeface="Karnchang"/>
                  <a:cs typeface="Karnchang"/>
                  <a:sym typeface="Karnchang"/>
                </a:rPr>
                <a:t> </a:t>
              </a:r>
              <a:r>
                <a:rPr lang="en-US" sz="2500" dirty="0" err="1" smtClean="0">
                  <a:solidFill>
                    <a:srgbClr val="000000"/>
                  </a:solidFill>
                  <a:latin typeface="Karnchang"/>
                  <a:ea typeface="Karnchang"/>
                  <a:cs typeface="Karnchang"/>
                  <a:sym typeface="Karnchang"/>
                </a:rPr>
                <a:t>mengisi</a:t>
              </a:r>
              <a:r>
                <a:rPr lang="en-US" sz="2500" dirty="0" smtClean="0">
                  <a:solidFill>
                    <a:srgbClr val="000000"/>
                  </a:solidFill>
                  <a:latin typeface="Karnchang"/>
                  <a:ea typeface="Karnchang"/>
                  <a:cs typeface="Karnchang"/>
                  <a:sym typeface="Karnchang"/>
                </a:rPr>
                <a:t> form input data </a:t>
              </a:r>
              <a:r>
                <a:rPr lang="en-US" sz="2500" dirty="0" err="1" smtClean="0">
                  <a:solidFill>
                    <a:srgbClr val="000000"/>
                  </a:solidFill>
                  <a:latin typeface="Karnchang"/>
                  <a:ea typeface="Karnchang"/>
                  <a:cs typeface="Karnchang"/>
                  <a:sym typeface="Karnchang"/>
                </a:rPr>
                <a:t>secara</a:t>
              </a:r>
              <a:r>
                <a:rPr lang="en-US" sz="2500" dirty="0" smtClean="0">
                  <a:solidFill>
                    <a:srgbClr val="000000"/>
                  </a:solidFill>
                  <a:latin typeface="Karnchang"/>
                  <a:ea typeface="Karnchang"/>
                  <a:cs typeface="Karnchang"/>
                  <a:sym typeface="Karnchang"/>
                </a:rPr>
                <a:t> manual</a:t>
              </a:r>
              <a:endParaRPr lang="en-US" sz="2500" dirty="0">
                <a:solidFill>
                  <a:srgbClr val="000000"/>
                </a:solidFill>
                <a:latin typeface="Karnchang"/>
                <a:ea typeface="Karnchang"/>
                <a:cs typeface="Karnchang"/>
                <a:sym typeface="Karnchang"/>
              </a:endParaRP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-2151636" y="78260"/>
              <a:ext cx="9156781" cy="4426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80"/>
                </a:lnSpc>
              </a:pPr>
              <a:endParaRPr lang="en-US" sz="4000" dirty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endParaRPr>
            </a:p>
          </p:txBody>
        </p:sp>
      </p:grpSp>
      <p:sp>
        <p:nvSpPr>
          <p:cNvPr id="56" name="Rectangle 55"/>
          <p:cNvSpPr/>
          <p:nvPr/>
        </p:nvSpPr>
        <p:spPr>
          <a:xfrm>
            <a:off x="1519980" y="4729975"/>
            <a:ext cx="2121710" cy="579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779"/>
              </a:lnSpc>
            </a:pPr>
            <a:r>
              <a:rPr lang="en-US" sz="3600" dirty="0" smtClean="0">
                <a:solidFill>
                  <a:srgbClr val="000000"/>
                </a:solidFill>
                <a:latin typeface="Karnchang"/>
                <a:ea typeface="Karnchang"/>
                <a:cs typeface="Karnchang"/>
                <a:sym typeface="Karnchang"/>
              </a:rPr>
              <a:t>START</a:t>
            </a:r>
            <a:endParaRPr lang="en-US" sz="3600" dirty="0">
              <a:solidFill>
                <a:srgbClr val="000000"/>
              </a:solidFill>
              <a:latin typeface="Karnchang"/>
              <a:ea typeface="Karnchang"/>
              <a:cs typeface="Karnchang"/>
              <a:sym typeface="Karnchang"/>
            </a:endParaRPr>
          </a:p>
        </p:txBody>
      </p:sp>
      <p:sp>
        <p:nvSpPr>
          <p:cNvPr id="57" name="Right Arrow 56"/>
          <p:cNvSpPr/>
          <p:nvPr/>
        </p:nvSpPr>
        <p:spPr>
          <a:xfrm>
            <a:off x="3881852" y="4784559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2" name="Picture 6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6346" y="2928010"/>
            <a:ext cx="3487494" cy="3487494"/>
          </a:xfrm>
          <a:prstGeom prst="rect">
            <a:avLst/>
          </a:prstGeom>
        </p:spPr>
      </p:pic>
      <p:sp>
        <p:nvSpPr>
          <p:cNvPr id="63" name="Right Arrow 62"/>
          <p:cNvSpPr/>
          <p:nvPr/>
        </p:nvSpPr>
        <p:spPr>
          <a:xfrm>
            <a:off x="8794352" y="4768035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4" name="Picture 6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1853" y="3788294"/>
            <a:ext cx="2180924" cy="2180924"/>
          </a:xfrm>
          <a:prstGeom prst="rect">
            <a:avLst/>
          </a:prstGeom>
        </p:spPr>
      </p:pic>
      <p:sp>
        <p:nvSpPr>
          <p:cNvPr id="65" name="Rectangle 64"/>
          <p:cNvSpPr/>
          <p:nvPr/>
        </p:nvSpPr>
        <p:spPr>
          <a:xfrm>
            <a:off x="10236820" y="6404424"/>
            <a:ext cx="3197598" cy="15542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779"/>
              </a:lnSpc>
            </a:pPr>
            <a:r>
              <a:rPr lang="en-US" sz="2500" dirty="0" smtClean="0">
                <a:solidFill>
                  <a:srgbClr val="000000"/>
                </a:solidFill>
                <a:latin typeface="Karnchang"/>
                <a:ea typeface="Karnchang"/>
                <a:cs typeface="Karnchang"/>
                <a:sym typeface="Karnchang"/>
              </a:rPr>
              <a:t>Proses Approval </a:t>
            </a:r>
            <a:r>
              <a:rPr lang="en-US" sz="2500" dirty="0" err="1" smtClean="0">
                <a:solidFill>
                  <a:srgbClr val="000000"/>
                </a:solidFill>
                <a:latin typeface="Karnchang"/>
                <a:ea typeface="Karnchang"/>
                <a:cs typeface="Karnchang"/>
                <a:sym typeface="Karnchang"/>
              </a:rPr>
              <a:t>oleh</a:t>
            </a:r>
            <a:r>
              <a:rPr lang="en-US" sz="2500" dirty="0" smtClean="0">
                <a:solidFill>
                  <a:srgbClr val="000000"/>
                </a:solidFill>
                <a:latin typeface="Karnchang"/>
                <a:ea typeface="Karnchang"/>
                <a:cs typeface="Karnchang"/>
                <a:sym typeface="Karnchang"/>
              </a:rPr>
              <a:t> leader, foreman, </a:t>
            </a:r>
            <a:r>
              <a:rPr lang="en-US" sz="2500" dirty="0" err="1" smtClean="0">
                <a:solidFill>
                  <a:srgbClr val="000000"/>
                </a:solidFill>
                <a:latin typeface="Karnchang"/>
                <a:ea typeface="Karnchang"/>
                <a:cs typeface="Karnchang"/>
                <a:sym typeface="Karnchang"/>
              </a:rPr>
              <a:t>atau</a:t>
            </a:r>
            <a:r>
              <a:rPr lang="en-US" sz="2500" dirty="0" smtClean="0">
                <a:solidFill>
                  <a:srgbClr val="000000"/>
                </a:solidFill>
                <a:latin typeface="Karnchang"/>
                <a:ea typeface="Karnchang"/>
                <a:cs typeface="Karnchang"/>
                <a:sym typeface="Karnchang"/>
              </a:rPr>
              <a:t> supervisor</a:t>
            </a:r>
            <a:endParaRPr lang="en-US" sz="2500" dirty="0">
              <a:solidFill>
                <a:srgbClr val="000000"/>
              </a:solidFill>
              <a:latin typeface="Karnchang"/>
              <a:ea typeface="Karnchang"/>
              <a:cs typeface="Karnchang"/>
              <a:sym typeface="Karnchang"/>
            </a:endParaRPr>
          </a:p>
        </p:txBody>
      </p:sp>
      <p:sp>
        <p:nvSpPr>
          <p:cNvPr id="66" name="Right Arrow 65"/>
          <p:cNvSpPr/>
          <p:nvPr/>
        </p:nvSpPr>
        <p:spPr>
          <a:xfrm>
            <a:off x="13535830" y="4803636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Freeform 52"/>
          <p:cNvSpPr/>
          <p:nvPr/>
        </p:nvSpPr>
        <p:spPr>
          <a:xfrm>
            <a:off x="15021562" y="4502410"/>
            <a:ext cx="2062044" cy="1098378"/>
          </a:xfrm>
          <a:custGeom>
            <a:avLst/>
            <a:gdLst/>
            <a:ahLst/>
            <a:cxnLst/>
            <a:rect l="l" t="t" r="r" b="b"/>
            <a:pathLst>
              <a:path w="2132281" h="468225">
                <a:moveTo>
                  <a:pt x="48769" y="0"/>
                </a:moveTo>
                <a:lnTo>
                  <a:pt x="2083511" y="0"/>
                </a:lnTo>
                <a:cubicBezTo>
                  <a:pt x="2096445" y="0"/>
                  <a:pt x="2108850" y="5138"/>
                  <a:pt x="2117996" y="14284"/>
                </a:cubicBezTo>
                <a:cubicBezTo>
                  <a:pt x="2127142" y="23430"/>
                  <a:pt x="2132281" y="35835"/>
                  <a:pt x="2132281" y="48769"/>
                </a:cubicBezTo>
                <a:lnTo>
                  <a:pt x="2132281" y="419456"/>
                </a:lnTo>
                <a:cubicBezTo>
                  <a:pt x="2132281" y="446390"/>
                  <a:pt x="2110446" y="468225"/>
                  <a:pt x="2083511" y="468225"/>
                </a:cubicBezTo>
                <a:lnTo>
                  <a:pt x="48769" y="468225"/>
                </a:lnTo>
                <a:cubicBezTo>
                  <a:pt x="21835" y="468225"/>
                  <a:pt x="0" y="446390"/>
                  <a:pt x="0" y="419456"/>
                </a:cubicBezTo>
                <a:lnTo>
                  <a:pt x="0" y="48769"/>
                </a:lnTo>
                <a:cubicBezTo>
                  <a:pt x="0" y="21835"/>
                  <a:pt x="21835" y="0"/>
                  <a:pt x="48769" y="0"/>
                </a:cubicBezTo>
                <a:close/>
              </a:path>
            </a:pathLst>
          </a:custGeom>
          <a:solidFill>
            <a:srgbClr val="858789">
              <a:alpha val="40000"/>
            </a:srgbClr>
          </a:solidFill>
          <a:ln w="19050" cap="rnd">
            <a:solidFill>
              <a:srgbClr val="243342">
                <a:alpha val="40000"/>
              </a:srgbClr>
            </a:solidFill>
            <a:prstDash val="solid"/>
            <a:round/>
          </a:ln>
        </p:spPr>
      </p:sp>
      <p:sp>
        <p:nvSpPr>
          <p:cNvPr id="68" name="Rectangle 67"/>
          <p:cNvSpPr/>
          <p:nvPr/>
        </p:nvSpPr>
        <p:spPr>
          <a:xfrm>
            <a:off x="15260231" y="4739696"/>
            <a:ext cx="189563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 smtClean="0">
                <a:solidFill>
                  <a:srgbClr val="000000"/>
                </a:solidFill>
                <a:latin typeface="Karnchang"/>
                <a:ea typeface="Karnchang"/>
                <a:cs typeface="Karnchang"/>
                <a:sym typeface="Karnchang"/>
              </a:rPr>
              <a:t>FINISH</a:t>
            </a:r>
            <a:endParaRPr lang="en-US" sz="3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88091" y="296276"/>
            <a:ext cx="16713866" cy="9101117"/>
            <a:chOff x="0" y="0"/>
            <a:chExt cx="4402006" cy="239700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02006" cy="2397002"/>
            </a:xfrm>
            <a:custGeom>
              <a:avLst/>
              <a:gdLst/>
              <a:ahLst/>
              <a:cxnLst/>
              <a:rect l="l" t="t" r="r" b="b"/>
              <a:pathLst>
                <a:path w="4402006" h="2397002">
                  <a:moveTo>
                    <a:pt x="23623" y="0"/>
                  </a:moveTo>
                  <a:lnTo>
                    <a:pt x="4378382" y="0"/>
                  </a:lnTo>
                  <a:cubicBezTo>
                    <a:pt x="4391429" y="0"/>
                    <a:pt x="4402006" y="10577"/>
                    <a:pt x="4402006" y="23623"/>
                  </a:cubicBezTo>
                  <a:lnTo>
                    <a:pt x="4402006" y="2373379"/>
                  </a:lnTo>
                  <a:cubicBezTo>
                    <a:pt x="4402006" y="2379644"/>
                    <a:pt x="4399517" y="2385653"/>
                    <a:pt x="4395087" y="2390083"/>
                  </a:cubicBezTo>
                  <a:cubicBezTo>
                    <a:pt x="4390656" y="2394513"/>
                    <a:pt x="4384647" y="2397002"/>
                    <a:pt x="4378382" y="2397002"/>
                  </a:cubicBezTo>
                  <a:lnTo>
                    <a:pt x="23623" y="2397002"/>
                  </a:lnTo>
                  <a:cubicBezTo>
                    <a:pt x="17358" y="2397002"/>
                    <a:pt x="11349" y="2394513"/>
                    <a:pt x="6919" y="2390083"/>
                  </a:cubicBezTo>
                  <a:cubicBezTo>
                    <a:pt x="2489" y="2385653"/>
                    <a:pt x="0" y="2379644"/>
                    <a:pt x="0" y="2373379"/>
                  </a:cubicBezTo>
                  <a:lnTo>
                    <a:pt x="0" y="23623"/>
                  </a:lnTo>
                  <a:cubicBezTo>
                    <a:pt x="0" y="17358"/>
                    <a:pt x="2489" y="11349"/>
                    <a:pt x="6919" y="6919"/>
                  </a:cubicBezTo>
                  <a:cubicBezTo>
                    <a:pt x="11349" y="2489"/>
                    <a:pt x="17358" y="0"/>
                    <a:pt x="23623" y="0"/>
                  </a:cubicBezTo>
                  <a:close/>
                </a:path>
              </a:pathLst>
            </a:custGeom>
            <a:solidFill>
              <a:srgbClr val="E6EAEF"/>
            </a:solidFill>
            <a:ln w="19050" cap="rnd">
              <a:solidFill>
                <a:srgbClr val="243342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402006" cy="24351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7538080">
            <a:off x="-7029811" y="-5584933"/>
            <a:ext cx="9808447" cy="9331824"/>
            <a:chOff x="0" y="0"/>
            <a:chExt cx="13077930" cy="12442432"/>
          </a:xfrm>
        </p:grpSpPr>
        <p:grpSp>
          <p:nvGrpSpPr>
            <p:cNvPr id="6" name="Group 6"/>
            <p:cNvGrpSpPr/>
            <p:nvPr/>
          </p:nvGrpSpPr>
          <p:grpSpPr>
            <a:xfrm rot="2252144">
              <a:off x="1498251" y="1484738"/>
              <a:ext cx="7399579" cy="7432687"/>
              <a:chOff x="0" y="0"/>
              <a:chExt cx="2816645" cy="2829248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243342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2252144">
              <a:off x="2397493" y="3224228"/>
              <a:ext cx="7399579" cy="7432687"/>
              <a:chOff x="0" y="0"/>
              <a:chExt cx="2816645" cy="2829248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535659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 rot="2252144">
              <a:off x="4180100" y="3525007"/>
              <a:ext cx="7399579" cy="7432687"/>
              <a:chOff x="0" y="0"/>
              <a:chExt cx="2816645" cy="2829248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858789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5" name="Group 15"/>
          <p:cNvGrpSpPr/>
          <p:nvPr/>
        </p:nvGrpSpPr>
        <p:grpSpPr>
          <a:xfrm rot="2124477">
            <a:off x="15979122" y="5429903"/>
            <a:ext cx="9808447" cy="9331824"/>
            <a:chOff x="0" y="0"/>
            <a:chExt cx="13077930" cy="12442432"/>
          </a:xfrm>
        </p:grpSpPr>
        <p:grpSp>
          <p:nvGrpSpPr>
            <p:cNvPr id="16" name="Group 16"/>
            <p:cNvGrpSpPr/>
            <p:nvPr/>
          </p:nvGrpSpPr>
          <p:grpSpPr>
            <a:xfrm rot="2252144">
              <a:off x="1498251" y="1484738"/>
              <a:ext cx="7399579" cy="7432687"/>
              <a:chOff x="0" y="0"/>
              <a:chExt cx="2816645" cy="2829248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243342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2252144">
              <a:off x="2397493" y="3224228"/>
              <a:ext cx="7399579" cy="7432687"/>
              <a:chOff x="0" y="0"/>
              <a:chExt cx="2816645" cy="2829248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535659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 rot="2252144">
              <a:off x="4180100" y="3525007"/>
              <a:ext cx="7399579" cy="7432687"/>
              <a:chOff x="0" y="0"/>
              <a:chExt cx="2816645" cy="2829248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858789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25" name="TextBox 25"/>
          <p:cNvSpPr txBox="1"/>
          <p:nvPr/>
        </p:nvSpPr>
        <p:spPr>
          <a:xfrm>
            <a:off x="525871" y="1440148"/>
            <a:ext cx="6331750" cy="735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980"/>
              </a:lnSpc>
            </a:pPr>
            <a:r>
              <a:rPr lang="en-US" sz="4400" dirty="0" err="1" smtClean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Solusi</a:t>
            </a:r>
            <a:endParaRPr lang="en-US" sz="4400" dirty="0">
              <a:solidFill>
                <a:srgbClr val="243342"/>
              </a:solidFill>
              <a:latin typeface="Karnchang Bold"/>
              <a:ea typeface="Karnchang Bold"/>
              <a:cs typeface="Karnchang Bold"/>
              <a:sym typeface="Karnchang Bold"/>
            </a:endParaRPr>
          </a:p>
        </p:txBody>
      </p:sp>
      <p:grpSp>
        <p:nvGrpSpPr>
          <p:cNvPr id="26" name="Group 26"/>
          <p:cNvGrpSpPr/>
          <p:nvPr/>
        </p:nvGrpSpPr>
        <p:grpSpPr>
          <a:xfrm>
            <a:off x="8853667" y="956212"/>
            <a:ext cx="8096003" cy="2592961"/>
            <a:chOff x="0" y="-18541"/>
            <a:chExt cx="10794670" cy="3457280"/>
          </a:xfrm>
        </p:grpSpPr>
        <p:sp>
          <p:nvSpPr>
            <p:cNvPr id="30" name="TextBox 30"/>
            <p:cNvSpPr txBox="1"/>
            <p:nvPr/>
          </p:nvSpPr>
          <p:spPr>
            <a:xfrm>
              <a:off x="0" y="875469"/>
              <a:ext cx="10794670" cy="25632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04216" y="1168002"/>
              <a:ext cx="10204030" cy="6165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79"/>
                </a:lnSpc>
              </a:pPr>
              <a:endParaRPr lang="en-US" sz="2700" dirty="0">
                <a:solidFill>
                  <a:srgbClr val="000000"/>
                </a:solidFill>
                <a:latin typeface="Karnchang"/>
                <a:ea typeface="Karnchang"/>
                <a:cs typeface="Karnchang"/>
                <a:sym typeface="Karnchang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29949" y="-18541"/>
              <a:ext cx="9156781" cy="6659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80"/>
                </a:lnSpc>
              </a:pPr>
              <a:endParaRPr lang="en-US" sz="4000" dirty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endParaRP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5665503" y="317552"/>
            <a:ext cx="2042119" cy="650325"/>
            <a:chOff x="0" y="0"/>
            <a:chExt cx="537842" cy="17127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537842" cy="171279"/>
            </a:xfrm>
            <a:custGeom>
              <a:avLst/>
              <a:gdLst/>
              <a:ahLst/>
              <a:cxnLst/>
              <a:rect l="l" t="t" r="r" b="b"/>
              <a:pathLst>
                <a:path w="537842" h="171279">
                  <a:moveTo>
                    <a:pt x="53076" y="0"/>
                  </a:moveTo>
                  <a:lnTo>
                    <a:pt x="484766" y="0"/>
                  </a:lnTo>
                  <a:cubicBezTo>
                    <a:pt x="514079" y="0"/>
                    <a:pt x="537842" y="23763"/>
                    <a:pt x="537842" y="53076"/>
                  </a:cubicBezTo>
                  <a:lnTo>
                    <a:pt x="537842" y="118203"/>
                  </a:lnTo>
                  <a:cubicBezTo>
                    <a:pt x="537842" y="132280"/>
                    <a:pt x="532250" y="145780"/>
                    <a:pt x="522296" y="155734"/>
                  </a:cubicBezTo>
                  <a:cubicBezTo>
                    <a:pt x="512343" y="165687"/>
                    <a:pt x="498843" y="171279"/>
                    <a:pt x="484766" y="171279"/>
                  </a:cubicBezTo>
                  <a:lnTo>
                    <a:pt x="53076" y="171279"/>
                  </a:lnTo>
                  <a:cubicBezTo>
                    <a:pt x="38999" y="171279"/>
                    <a:pt x="25499" y="165687"/>
                    <a:pt x="15546" y="155734"/>
                  </a:cubicBezTo>
                  <a:cubicBezTo>
                    <a:pt x="5592" y="145780"/>
                    <a:pt x="0" y="132280"/>
                    <a:pt x="0" y="118203"/>
                  </a:cubicBezTo>
                  <a:lnTo>
                    <a:pt x="0" y="53076"/>
                  </a:lnTo>
                  <a:cubicBezTo>
                    <a:pt x="0" y="38999"/>
                    <a:pt x="5592" y="25499"/>
                    <a:pt x="15546" y="15546"/>
                  </a:cubicBezTo>
                  <a:cubicBezTo>
                    <a:pt x="25499" y="5592"/>
                    <a:pt x="38999" y="0"/>
                    <a:pt x="53076" y="0"/>
                  </a:cubicBezTo>
                  <a:close/>
                </a:path>
              </a:pathLst>
            </a:custGeom>
            <a:solidFill>
              <a:srgbClr val="535659"/>
            </a:solidFill>
            <a:ln w="19050" cap="sq">
              <a:solidFill>
                <a:srgbClr val="243342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0" y="-38100"/>
              <a:ext cx="537842" cy="2093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5621459" y="349050"/>
            <a:ext cx="2168307" cy="4444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spc="120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Halaman 4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8853667" y="3840067"/>
            <a:ext cx="8096003" cy="2592961"/>
            <a:chOff x="0" y="-18541"/>
            <a:chExt cx="10794670" cy="3457280"/>
          </a:xfrm>
        </p:grpSpPr>
        <p:sp>
          <p:nvSpPr>
            <p:cNvPr id="46" name="TextBox 46"/>
            <p:cNvSpPr txBox="1"/>
            <p:nvPr/>
          </p:nvSpPr>
          <p:spPr>
            <a:xfrm>
              <a:off x="0" y="875469"/>
              <a:ext cx="10794670" cy="25632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04216" y="1168003"/>
              <a:ext cx="10204030" cy="6165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79"/>
                </a:lnSpc>
              </a:pPr>
              <a:endParaRPr lang="en-US" sz="2700" dirty="0">
                <a:solidFill>
                  <a:srgbClr val="000000"/>
                </a:solidFill>
                <a:latin typeface="Karnchang"/>
                <a:ea typeface="Karnchang"/>
                <a:cs typeface="Karnchang"/>
                <a:sym typeface="Karnchang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29949" y="-18541"/>
              <a:ext cx="9156781" cy="6659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80"/>
                </a:lnSpc>
              </a:pPr>
              <a:endParaRPr lang="en-US" sz="4000" dirty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endParaRPr>
            </a:p>
          </p:txBody>
        </p:sp>
      </p:grpSp>
      <p:sp>
        <p:nvSpPr>
          <p:cNvPr id="65" name="Rectangle 64"/>
          <p:cNvSpPr/>
          <p:nvPr/>
        </p:nvSpPr>
        <p:spPr>
          <a:xfrm>
            <a:off x="6405804" y="6671478"/>
            <a:ext cx="5478439" cy="579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779"/>
              </a:lnSpc>
            </a:pPr>
            <a:r>
              <a:rPr lang="en-US" sz="2800" dirty="0" smtClean="0">
                <a:solidFill>
                  <a:srgbClr val="000000"/>
                </a:solidFill>
                <a:latin typeface="Karnchang"/>
                <a:ea typeface="Karnchang"/>
                <a:cs typeface="Karnchang"/>
                <a:sym typeface="Karnchang"/>
              </a:rPr>
              <a:t>Online Management Input System</a:t>
            </a:r>
            <a:endParaRPr lang="en-US" sz="2800" dirty="0">
              <a:solidFill>
                <a:srgbClr val="000000"/>
              </a:solidFill>
              <a:latin typeface="Karnchang"/>
              <a:ea typeface="Karnchang"/>
              <a:cs typeface="Karnchang"/>
              <a:sym typeface="Karnchang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15260231" y="4739696"/>
            <a:ext cx="189563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3600" dirty="0"/>
          </a:p>
        </p:txBody>
      </p:sp>
      <p:pic>
        <p:nvPicPr>
          <p:cNvPr id="39" name="Picture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0440" y="2934222"/>
            <a:ext cx="3200400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707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87067" y="448280"/>
            <a:ext cx="16713866" cy="9245778"/>
            <a:chOff x="0" y="-38100"/>
            <a:chExt cx="4402006" cy="243510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02006" cy="2397002"/>
            </a:xfrm>
            <a:custGeom>
              <a:avLst/>
              <a:gdLst/>
              <a:ahLst/>
              <a:cxnLst/>
              <a:rect l="l" t="t" r="r" b="b"/>
              <a:pathLst>
                <a:path w="4402006" h="2397002">
                  <a:moveTo>
                    <a:pt x="23623" y="0"/>
                  </a:moveTo>
                  <a:lnTo>
                    <a:pt x="4378382" y="0"/>
                  </a:lnTo>
                  <a:cubicBezTo>
                    <a:pt x="4391429" y="0"/>
                    <a:pt x="4402006" y="10577"/>
                    <a:pt x="4402006" y="23623"/>
                  </a:cubicBezTo>
                  <a:lnTo>
                    <a:pt x="4402006" y="2373379"/>
                  </a:lnTo>
                  <a:cubicBezTo>
                    <a:pt x="4402006" y="2379644"/>
                    <a:pt x="4399517" y="2385653"/>
                    <a:pt x="4395087" y="2390083"/>
                  </a:cubicBezTo>
                  <a:cubicBezTo>
                    <a:pt x="4390656" y="2394513"/>
                    <a:pt x="4384647" y="2397002"/>
                    <a:pt x="4378382" y="2397002"/>
                  </a:cubicBezTo>
                  <a:lnTo>
                    <a:pt x="23623" y="2397002"/>
                  </a:lnTo>
                  <a:cubicBezTo>
                    <a:pt x="17358" y="2397002"/>
                    <a:pt x="11349" y="2394513"/>
                    <a:pt x="6919" y="2390083"/>
                  </a:cubicBezTo>
                  <a:cubicBezTo>
                    <a:pt x="2489" y="2385653"/>
                    <a:pt x="0" y="2379644"/>
                    <a:pt x="0" y="2373379"/>
                  </a:cubicBezTo>
                  <a:lnTo>
                    <a:pt x="0" y="23623"/>
                  </a:lnTo>
                  <a:cubicBezTo>
                    <a:pt x="0" y="17358"/>
                    <a:pt x="2489" y="11349"/>
                    <a:pt x="6919" y="6919"/>
                  </a:cubicBezTo>
                  <a:cubicBezTo>
                    <a:pt x="11349" y="2489"/>
                    <a:pt x="17358" y="0"/>
                    <a:pt x="23623" y="0"/>
                  </a:cubicBezTo>
                  <a:close/>
                </a:path>
              </a:pathLst>
            </a:custGeom>
            <a:solidFill>
              <a:srgbClr val="E6EAEF"/>
            </a:solidFill>
            <a:ln w="19050" cap="rnd">
              <a:solidFill>
                <a:srgbClr val="243342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402006" cy="24351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7538080">
            <a:off x="-7029811" y="-5584933"/>
            <a:ext cx="9808447" cy="9331824"/>
            <a:chOff x="0" y="0"/>
            <a:chExt cx="13077930" cy="12442432"/>
          </a:xfrm>
        </p:grpSpPr>
        <p:grpSp>
          <p:nvGrpSpPr>
            <p:cNvPr id="6" name="Group 6"/>
            <p:cNvGrpSpPr/>
            <p:nvPr/>
          </p:nvGrpSpPr>
          <p:grpSpPr>
            <a:xfrm rot="2252144">
              <a:off x="1498251" y="1484738"/>
              <a:ext cx="7399579" cy="7432687"/>
              <a:chOff x="0" y="0"/>
              <a:chExt cx="2816645" cy="2829248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243342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2252144">
              <a:off x="2397493" y="3224228"/>
              <a:ext cx="7399579" cy="7432687"/>
              <a:chOff x="0" y="0"/>
              <a:chExt cx="2816645" cy="2829248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535659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 rot="2252144">
              <a:off x="4180100" y="3525007"/>
              <a:ext cx="7399579" cy="7432687"/>
              <a:chOff x="0" y="0"/>
              <a:chExt cx="2816645" cy="2829248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858789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5" name="Group 15"/>
          <p:cNvGrpSpPr/>
          <p:nvPr/>
        </p:nvGrpSpPr>
        <p:grpSpPr>
          <a:xfrm rot="2124477">
            <a:off x="15979122" y="5429903"/>
            <a:ext cx="9808447" cy="9331824"/>
            <a:chOff x="0" y="0"/>
            <a:chExt cx="13077930" cy="12442432"/>
          </a:xfrm>
        </p:grpSpPr>
        <p:grpSp>
          <p:nvGrpSpPr>
            <p:cNvPr id="16" name="Group 16"/>
            <p:cNvGrpSpPr/>
            <p:nvPr/>
          </p:nvGrpSpPr>
          <p:grpSpPr>
            <a:xfrm rot="2252144">
              <a:off x="1498251" y="1484738"/>
              <a:ext cx="7399579" cy="7432687"/>
              <a:chOff x="0" y="0"/>
              <a:chExt cx="2816645" cy="2829248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243342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2252144">
              <a:off x="2397493" y="3224228"/>
              <a:ext cx="7399579" cy="7432687"/>
              <a:chOff x="0" y="0"/>
              <a:chExt cx="2816645" cy="2829248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535659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 rot="2252144">
              <a:off x="4180100" y="3525007"/>
              <a:ext cx="7399579" cy="7432687"/>
              <a:chOff x="0" y="0"/>
              <a:chExt cx="2816645" cy="2829248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858789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30" name="Group 30"/>
          <p:cNvGrpSpPr/>
          <p:nvPr/>
        </p:nvGrpSpPr>
        <p:grpSpPr>
          <a:xfrm>
            <a:off x="1829870" y="6290432"/>
            <a:ext cx="4054921" cy="1336452"/>
            <a:chOff x="0" y="0"/>
            <a:chExt cx="2187113" cy="468225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187113" cy="468225"/>
            </a:xfrm>
            <a:custGeom>
              <a:avLst/>
              <a:gdLst/>
              <a:ahLst/>
              <a:cxnLst/>
              <a:rect l="l" t="t" r="r" b="b"/>
              <a:pathLst>
                <a:path w="2187113" h="468225">
                  <a:moveTo>
                    <a:pt x="47547" y="0"/>
                  </a:moveTo>
                  <a:lnTo>
                    <a:pt x="2139566" y="0"/>
                  </a:lnTo>
                  <a:cubicBezTo>
                    <a:pt x="2152177" y="0"/>
                    <a:pt x="2164270" y="5009"/>
                    <a:pt x="2173187" y="13926"/>
                  </a:cubicBezTo>
                  <a:cubicBezTo>
                    <a:pt x="2182104" y="22843"/>
                    <a:pt x="2187113" y="34937"/>
                    <a:pt x="2187113" y="47547"/>
                  </a:cubicBezTo>
                  <a:lnTo>
                    <a:pt x="2187113" y="420678"/>
                  </a:lnTo>
                  <a:cubicBezTo>
                    <a:pt x="2187113" y="433288"/>
                    <a:pt x="2182104" y="445382"/>
                    <a:pt x="2173187" y="454299"/>
                  </a:cubicBezTo>
                  <a:cubicBezTo>
                    <a:pt x="2164270" y="463216"/>
                    <a:pt x="2152177" y="468225"/>
                    <a:pt x="2139566" y="468225"/>
                  </a:cubicBezTo>
                  <a:lnTo>
                    <a:pt x="47547" y="468225"/>
                  </a:lnTo>
                  <a:cubicBezTo>
                    <a:pt x="34937" y="468225"/>
                    <a:pt x="22843" y="463216"/>
                    <a:pt x="13926" y="454299"/>
                  </a:cubicBezTo>
                  <a:cubicBezTo>
                    <a:pt x="5009" y="445382"/>
                    <a:pt x="0" y="433288"/>
                    <a:pt x="0" y="420678"/>
                  </a:cubicBezTo>
                  <a:lnTo>
                    <a:pt x="0" y="47547"/>
                  </a:lnTo>
                  <a:cubicBezTo>
                    <a:pt x="0" y="34937"/>
                    <a:pt x="5009" y="22843"/>
                    <a:pt x="13926" y="13926"/>
                  </a:cubicBezTo>
                  <a:cubicBezTo>
                    <a:pt x="22843" y="5009"/>
                    <a:pt x="34937" y="0"/>
                    <a:pt x="47547" y="0"/>
                  </a:cubicBezTo>
                  <a:close/>
                </a:path>
              </a:pathLst>
            </a:custGeom>
            <a:solidFill>
              <a:srgbClr val="858789">
                <a:alpha val="40000"/>
              </a:srgbClr>
            </a:solidFill>
            <a:ln w="19050" cap="rnd">
              <a:solidFill>
                <a:srgbClr val="243342">
                  <a:alpha val="40000"/>
                </a:srgbClr>
              </a:solidFill>
              <a:prstDash val="solid"/>
              <a:round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2187113" cy="506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6278279" y="-2594425"/>
            <a:ext cx="7384685" cy="1021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8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Pengambilan</a:t>
            </a:r>
            <a:r>
              <a:rPr lang="en-US" sz="28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data </a:t>
            </a:r>
            <a:r>
              <a:rPr lang="en-US" sz="28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mesin</a:t>
            </a:r>
            <a:r>
              <a:rPr lang="en-US" sz="28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8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produksi</a:t>
            </a:r>
            <a:r>
              <a:rPr lang="en-US" sz="28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8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dilakukan</a:t>
            </a:r>
            <a:r>
              <a:rPr lang="en-US" sz="28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8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secara</a:t>
            </a:r>
            <a:r>
              <a:rPr lang="en-US" sz="28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8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konvensional</a:t>
            </a:r>
            <a:r>
              <a:rPr lang="en-US" sz="28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8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menggunakan</a:t>
            </a:r>
            <a:r>
              <a:rPr lang="en-US" sz="28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8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kertas</a:t>
            </a:r>
            <a:endParaRPr lang="en-US" sz="2899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1122632" y="1673873"/>
            <a:ext cx="7731811" cy="8104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80"/>
              </a:lnSpc>
            </a:pPr>
            <a:r>
              <a:rPr lang="en-US" sz="6500" dirty="0" err="1" smtClean="0">
                <a:solidFill>
                  <a:srgbClr val="000000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Manfaat</a:t>
            </a:r>
            <a:endParaRPr lang="en-US" sz="6500" dirty="0">
              <a:solidFill>
                <a:srgbClr val="000000"/>
              </a:solidFill>
              <a:latin typeface="Karnchang Bold"/>
              <a:ea typeface="Karnchang Bold"/>
              <a:cs typeface="Karnchang Bold"/>
              <a:sym typeface="Karnchang Bold"/>
            </a:endParaRPr>
          </a:p>
        </p:txBody>
      </p:sp>
      <p:grpSp>
        <p:nvGrpSpPr>
          <p:cNvPr id="37" name="Group 37"/>
          <p:cNvGrpSpPr/>
          <p:nvPr/>
        </p:nvGrpSpPr>
        <p:grpSpPr>
          <a:xfrm>
            <a:off x="15665503" y="317552"/>
            <a:ext cx="2042119" cy="650325"/>
            <a:chOff x="0" y="0"/>
            <a:chExt cx="537842" cy="17127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537842" cy="171279"/>
            </a:xfrm>
            <a:custGeom>
              <a:avLst/>
              <a:gdLst/>
              <a:ahLst/>
              <a:cxnLst/>
              <a:rect l="l" t="t" r="r" b="b"/>
              <a:pathLst>
                <a:path w="537842" h="171279">
                  <a:moveTo>
                    <a:pt x="53076" y="0"/>
                  </a:moveTo>
                  <a:lnTo>
                    <a:pt x="484766" y="0"/>
                  </a:lnTo>
                  <a:cubicBezTo>
                    <a:pt x="514079" y="0"/>
                    <a:pt x="537842" y="23763"/>
                    <a:pt x="537842" y="53076"/>
                  </a:cubicBezTo>
                  <a:lnTo>
                    <a:pt x="537842" y="118203"/>
                  </a:lnTo>
                  <a:cubicBezTo>
                    <a:pt x="537842" y="132280"/>
                    <a:pt x="532250" y="145780"/>
                    <a:pt x="522296" y="155734"/>
                  </a:cubicBezTo>
                  <a:cubicBezTo>
                    <a:pt x="512343" y="165687"/>
                    <a:pt x="498843" y="171279"/>
                    <a:pt x="484766" y="171279"/>
                  </a:cubicBezTo>
                  <a:lnTo>
                    <a:pt x="53076" y="171279"/>
                  </a:lnTo>
                  <a:cubicBezTo>
                    <a:pt x="38999" y="171279"/>
                    <a:pt x="25499" y="165687"/>
                    <a:pt x="15546" y="155734"/>
                  </a:cubicBezTo>
                  <a:cubicBezTo>
                    <a:pt x="5592" y="145780"/>
                    <a:pt x="0" y="132280"/>
                    <a:pt x="0" y="118203"/>
                  </a:cubicBezTo>
                  <a:lnTo>
                    <a:pt x="0" y="53076"/>
                  </a:lnTo>
                  <a:cubicBezTo>
                    <a:pt x="0" y="38999"/>
                    <a:pt x="5592" y="25499"/>
                    <a:pt x="15546" y="15546"/>
                  </a:cubicBezTo>
                  <a:cubicBezTo>
                    <a:pt x="25499" y="5592"/>
                    <a:pt x="38999" y="0"/>
                    <a:pt x="53076" y="0"/>
                  </a:cubicBezTo>
                  <a:close/>
                </a:path>
              </a:pathLst>
            </a:custGeom>
            <a:solidFill>
              <a:srgbClr val="535659"/>
            </a:solidFill>
            <a:ln w="19050" cap="sq">
              <a:solidFill>
                <a:srgbClr val="243342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0" y="-38100"/>
              <a:ext cx="537842" cy="2093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15621459" y="349050"/>
            <a:ext cx="2168307" cy="341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spc="120" dirty="0" err="1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Halaman</a:t>
            </a:r>
            <a:r>
              <a:rPr lang="en-US" sz="2000" spc="120" dirty="0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 </a:t>
            </a:r>
            <a:r>
              <a:rPr lang="en-US" sz="2000" spc="120" dirty="0" smtClean="0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5</a:t>
            </a:r>
            <a:endParaRPr lang="en-US" sz="2000" spc="120" dirty="0">
              <a:solidFill>
                <a:srgbClr val="FFFFFF"/>
              </a:solidFill>
              <a:latin typeface="Karnchang"/>
              <a:ea typeface="Karnchang"/>
              <a:cs typeface="Karnchang"/>
              <a:sym typeface="Karnchang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4572000" y="4122708"/>
            <a:ext cx="9144000" cy="51488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ts val="3779"/>
              </a:lnSpc>
            </a:pPr>
            <a:endParaRPr lang="en-US" dirty="0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1802820" y="6304118"/>
            <a:ext cx="405492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dirty="0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Proses input data</a:t>
            </a:r>
          </a:p>
          <a:p>
            <a:pPr algn="ctr">
              <a:lnSpc>
                <a:spcPct val="150000"/>
              </a:lnSpc>
            </a:pPr>
            <a:r>
              <a:rPr lang="en-US" sz="2400" dirty="0" err="1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lebih</a:t>
            </a:r>
            <a:r>
              <a:rPr lang="en-US" sz="2400" dirty="0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efisien</a:t>
            </a:r>
            <a:endParaRPr lang="en-US" sz="2400" dirty="0" smtClean="0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44" name="Group 30"/>
          <p:cNvGrpSpPr/>
          <p:nvPr/>
        </p:nvGrpSpPr>
        <p:grpSpPr>
          <a:xfrm>
            <a:off x="6759475" y="6320306"/>
            <a:ext cx="4965663" cy="1321957"/>
            <a:chOff x="-198109" y="-51407"/>
            <a:chExt cx="2385222" cy="519632"/>
          </a:xfrm>
        </p:grpSpPr>
        <p:sp>
          <p:nvSpPr>
            <p:cNvPr id="45" name="Freeform 31"/>
            <p:cNvSpPr/>
            <p:nvPr/>
          </p:nvSpPr>
          <p:spPr>
            <a:xfrm>
              <a:off x="-198109" y="-51407"/>
              <a:ext cx="2187113" cy="468225"/>
            </a:xfrm>
            <a:custGeom>
              <a:avLst/>
              <a:gdLst/>
              <a:ahLst/>
              <a:cxnLst/>
              <a:rect l="l" t="t" r="r" b="b"/>
              <a:pathLst>
                <a:path w="2187113" h="468225">
                  <a:moveTo>
                    <a:pt x="47547" y="0"/>
                  </a:moveTo>
                  <a:lnTo>
                    <a:pt x="2139566" y="0"/>
                  </a:lnTo>
                  <a:cubicBezTo>
                    <a:pt x="2152177" y="0"/>
                    <a:pt x="2164270" y="5009"/>
                    <a:pt x="2173187" y="13926"/>
                  </a:cubicBezTo>
                  <a:cubicBezTo>
                    <a:pt x="2182104" y="22843"/>
                    <a:pt x="2187113" y="34937"/>
                    <a:pt x="2187113" y="47547"/>
                  </a:cubicBezTo>
                  <a:lnTo>
                    <a:pt x="2187113" y="420678"/>
                  </a:lnTo>
                  <a:cubicBezTo>
                    <a:pt x="2187113" y="433288"/>
                    <a:pt x="2182104" y="445382"/>
                    <a:pt x="2173187" y="454299"/>
                  </a:cubicBezTo>
                  <a:cubicBezTo>
                    <a:pt x="2164270" y="463216"/>
                    <a:pt x="2152177" y="468225"/>
                    <a:pt x="2139566" y="468225"/>
                  </a:cubicBezTo>
                  <a:lnTo>
                    <a:pt x="47547" y="468225"/>
                  </a:lnTo>
                  <a:cubicBezTo>
                    <a:pt x="34937" y="468225"/>
                    <a:pt x="22843" y="463216"/>
                    <a:pt x="13926" y="454299"/>
                  </a:cubicBezTo>
                  <a:cubicBezTo>
                    <a:pt x="5009" y="445382"/>
                    <a:pt x="0" y="433288"/>
                    <a:pt x="0" y="420678"/>
                  </a:cubicBezTo>
                  <a:lnTo>
                    <a:pt x="0" y="47547"/>
                  </a:lnTo>
                  <a:cubicBezTo>
                    <a:pt x="0" y="34937"/>
                    <a:pt x="5009" y="22843"/>
                    <a:pt x="13926" y="13926"/>
                  </a:cubicBezTo>
                  <a:cubicBezTo>
                    <a:pt x="22843" y="5009"/>
                    <a:pt x="34937" y="0"/>
                    <a:pt x="47547" y="0"/>
                  </a:cubicBezTo>
                  <a:close/>
                </a:path>
              </a:pathLst>
            </a:custGeom>
            <a:solidFill>
              <a:srgbClr val="858789">
                <a:alpha val="40000"/>
              </a:srgbClr>
            </a:solidFill>
            <a:ln w="19050" cap="rnd">
              <a:solidFill>
                <a:srgbClr val="243342">
                  <a:alpha val="40000"/>
                </a:srgbClr>
              </a:solidFill>
              <a:prstDash val="solid"/>
              <a:round/>
            </a:ln>
          </p:spPr>
        </p:sp>
        <p:sp>
          <p:nvSpPr>
            <p:cNvPr id="46" name="TextBox 32"/>
            <p:cNvSpPr txBox="1"/>
            <p:nvPr/>
          </p:nvSpPr>
          <p:spPr>
            <a:xfrm>
              <a:off x="0" y="-38100"/>
              <a:ext cx="2187113" cy="506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sp>
        <p:nvSpPr>
          <p:cNvPr id="47" name="Rectangle 46"/>
          <p:cNvSpPr/>
          <p:nvPr/>
        </p:nvSpPr>
        <p:spPr>
          <a:xfrm>
            <a:off x="6857844" y="6353686"/>
            <a:ext cx="440152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dirty="0" err="1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Mengurangi</a:t>
            </a:r>
            <a:r>
              <a:rPr lang="en-US" sz="2400" dirty="0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penggunaan</a:t>
            </a:r>
            <a:endParaRPr lang="en-US" sz="2400" dirty="0" smtClean="0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algn="ctr">
              <a:lnSpc>
                <a:spcPct val="150000"/>
              </a:lnSpc>
            </a:pPr>
            <a:r>
              <a:rPr lang="en-US" sz="2400" dirty="0" err="1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kertas</a:t>
            </a:r>
            <a:endParaRPr lang="en-US" sz="2400" dirty="0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48" name="Group 30"/>
          <p:cNvGrpSpPr/>
          <p:nvPr/>
        </p:nvGrpSpPr>
        <p:grpSpPr>
          <a:xfrm>
            <a:off x="10774389" y="6295875"/>
            <a:ext cx="6047316" cy="3443419"/>
            <a:chOff x="0" y="-839790"/>
            <a:chExt cx="2187113" cy="1308015"/>
          </a:xfrm>
        </p:grpSpPr>
        <p:sp>
          <p:nvSpPr>
            <p:cNvPr id="49" name="Freeform 31"/>
            <p:cNvSpPr/>
            <p:nvPr/>
          </p:nvSpPr>
          <p:spPr>
            <a:xfrm>
              <a:off x="516953" y="-839790"/>
              <a:ext cx="1628173" cy="426248"/>
            </a:xfrm>
            <a:custGeom>
              <a:avLst/>
              <a:gdLst/>
              <a:ahLst/>
              <a:cxnLst/>
              <a:rect l="l" t="t" r="r" b="b"/>
              <a:pathLst>
                <a:path w="2187113" h="468225">
                  <a:moveTo>
                    <a:pt x="47547" y="0"/>
                  </a:moveTo>
                  <a:lnTo>
                    <a:pt x="2139566" y="0"/>
                  </a:lnTo>
                  <a:cubicBezTo>
                    <a:pt x="2152177" y="0"/>
                    <a:pt x="2164270" y="5009"/>
                    <a:pt x="2173187" y="13926"/>
                  </a:cubicBezTo>
                  <a:cubicBezTo>
                    <a:pt x="2182104" y="22843"/>
                    <a:pt x="2187113" y="34937"/>
                    <a:pt x="2187113" y="47547"/>
                  </a:cubicBezTo>
                  <a:lnTo>
                    <a:pt x="2187113" y="420678"/>
                  </a:lnTo>
                  <a:cubicBezTo>
                    <a:pt x="2187113" y="433288"/>
                    <a:pt x="2182104" y="445382"/>
                    <a:pt x="2173187" y="454299"/>
                  </a:cubicBezTo>
                  <a:cubicBezTo>
                    <a:pt x="2164270" y="463216"/>
                    <a:pt x="2152177" y="468225"/>
                    <a:pt x="2139566" y="468225"/>
                  </a:cubicBezTo>
                  <a:lnTo>
                    <a:pt x="47547" y="468225"/>
                  </a:lnTo>
                  <a:cubicBezTo>
                    <a:pt x="34937" y="468225"/>
                    <a:pt x="22843" y="463216"/>
                    <a:pt x="13926" y="454299"/>
                  </a:cubicBezTo>
                  <a:cubicBezTo>
                    <a:pt x="5009" y="445382"/>
                    <a:pt x="0" y="433288"/>
                    <a:pt x="0" y="420678"/>
                  </a:cubicBezTo>
                  <a:lnTo>
                    <a:pt x="0" y="47547"/>
                  </a:lnTo>
                  <a:cubicBezTo>
                    <a:pt x="0" y="34937"/>
                    <a:pt x="5009" y="22843"/>
                    <a:pt x="13926" y="13926"/>
                  </a:cubicBezTo>
                  <a:cubicBezTo>
                    <a:pt x="22843" y="5009"/>
                    <a:pt x="34937" y="0"/>
                    <a:pt x="47547" y="0"/>
                  </a:cubicBezTo>
                  <a:close/>
                </a:path>
              </a:pathLst>
            </a:custGeom>
            <a:solidFill>
              <a:srgbClr val="858789">
                <a:alpha val="40000"/>
              </a:srgbClr>
            </a:solidFill>
            <a:ln w="19050" cap="rnd">
              <a:solidFill>
                <a:srgbClr val="243342">
                  <a:alpha val="40000"/>
                </a:srgbClr>
              </a:solidFill>
              <a:prstDash val="solid"/>
              <a:round/>
            </a:ln>
          </p:spPr>
        </p:sp>
        <p:sp>
          <p:nvSpPr>
            <p:cNvPr id="50" name="TextBox 32"/>
            <p:cNvSpPr txBox="1"/>
            <p:nvPr/>
          </p:nvSpPr>
          <p:spPr>
            <a:xfrm>
              <a:off x="0" y="-38100"/>
              <a:ext cx="2187113" cy="506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sp>
        <p:nvSpPr>
          <p:cNvPr id="51" name="Rectangle 50"/>
          <p:cNvSpPr/>
          <p:nvPr/>
        </p:nvSpPr>
        <p:spPr>
          <a:xfrm>
            <a:off x="12358774" y="6462412"/>
            <a:ext cx="5219552" cy="5838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Data </a:t>
            </a:r>
            <a:r>
              <a:rPr lang="en-US" sz="2400" dirty="0" err="1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lebih</a:t>
            </a:r>
            <a:r>
              <a:rPr lang="en-US" sz="2400" dirty="0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mudah</a:t>
            </a:r>
            <a:r>
              <a:rPr lang="en-US" sz="2400" dirty="0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diakses</a:t>
            </a:r>
            <a:endParaRPr lang="en-US" sz="2400" dirty="0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2137" y="3317321"/>
            <a:ext cx="2453948" cy="2453948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3571" y="3336371"/>
            <a:ext cx="2667000" cy="2667000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75040" y="3199714"/>
            <a:ext cx="2861590" cy="2861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299310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87067" y="592941"/>
            <a:ext cx="16713866" cy="9101117"/>
            <a:chOff x="0" y="0"/>
            <a:chExt cx="4402006" cy="239700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02006" cy="2397002"/>
            </a:xfrm>
            <a:custGeom>
              <a:avLst/>
              <a:gdLst/>
              <a:ahLst/>
              <a:cxnLst/>
              <a:rect l="l" t="t" r="r" b="b"/>
              <a:pathLst>
                <a:path w="4402006" h="2397002">
                  <a:moveTo>
                    <a:pt x="23623" y="0"/>
                  </a:moveTo>
                  <a:lnTo>
                    <a:pt x="4378382" y="0"/>
                  </a:lnTo>
                  <a:cubicBezTo>
                    <a:pt x="4391429" y="0"/>
                    <a:pt x="4402006" y="10577"/>
                    <a:pt x="4402006" y="23623"/>
                  </a:cubicBezTo>
                  <a:lnTo>
                    <a:pt x="4402006" y="2373379"/>
                  </a:lnTo>
                  <a:cubicBezTo>
                    <a:pt x="4402006" y="2379644"/>
                    <a:pt x="4399517" y="2385653"/>
                    <a:pt x="4395087" y="2390083"/>
                  </a:cubicBezTo>
                  <a:cubicBezTo>
                    <a:pt x="4390656" y="2394513"/>
                    <a:pt x="4384647" y="2397002"/>
                    <a:pt x="4378382" y="2397002"/>
                  </a:cubicBezTo>
                  <a:lnTo>
                    <a:pt x="23623" y="2397002"/>
                  </a:lnTo>
                  <a:cubicBezTo>
                    <a:pt x="17358" y="2397002"/>
                    <a:pt x="11349" y="2394513"/>
                    <a:pt x="6919" y="2390083"/>
                  </a:cubicBezTo>
                  <a:cubicBezTo>
                    <a:pt x="2489" y="2385653"/>
                    <a:pt x="0" y="2379644"/>
                    <a:pt x="0" y="2373379"/>
                  </a:cubicBezTo>
                  <a:lnTo>
                    <a:pt x="0" y="23623"/>
                  </a:lnTo>
                  <a:cubicBezTo>
                    <a:pt x="0" y="17358"/>
                    <a:pt x="2489" y="11349"/>
                    <a:pt x="6919" y="6919"/>
                  </a:cubicBezTo>
                  <a:cubicBezTo>
                    <a:pt x="11349" y="2489"/>
                    <a:pt x="17358" y="0"/>
                    <a:pt x="23623" y="0"/>
                  </a:cubicBezTo>
                  <a:close/>
                </a:path>
              </a:pathLst>
            </a:custGeom>
            <a:solidFill>
              <a:srgbClr val="E6EAEF"/>
            </a:solidFill>
            <a:ln w="19050" cap="rnd">
              <a:solidFill>
                <a:srgbClr val="243342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402006" cy="24351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7538080">
            <a:off x="-7029811" y="-5584933"/>
            <a:ext cx="9808447" cy="9331824"/>
            <a:chOff x="0" y="0"/>
            <a:chExt cx="13077930" cy="12442432"/>
          </a:xfrm>
        </p:grpSpPr>
        <p:grpSp>
          <p:nvGrpSpPr>
            <p:cNvPr id="6" name="Group 6"/>
            <p:cNvGrpSpPr/>
            <p:nvPr/>
          </p:nvGrpSpPr>
          <p:grpSpPr>
            <a:xfrm rot="2252144">
              <a:off x="1498251" y="1484738"/>
              <a:ext cx="7399579" cy="7432687"/>
              <a:chOff x="0" y="0"/>
              <a:chExt cx="2816645" cy="2829248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243342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2252144">
              <a:off x="2397493" y="3224228"/>
              <a:ext cx="7399579" cy="7432687"/>
              <a:chOff x="0" y="0"/>
              <a:chExt cx="2816645" cy="2829248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535659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 rot="2252144">
              <a:off x="4180100" y="3525007"/>
              <a:ext cx="7399579" cy="7432687"/>
              <a:chOff x="0" y="0"/>
              <a:chExt cx="2816645" cy="2829248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858789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5" name="Group 15"/>
          <p:cNvGrpSpPr/>
          <p:nvPr/>
        </p:nvGrpSpPr>
        <p:grpSpPr>
          <a:xfrm rot="2124477">
            <a:off x="15979122" y="5429903"/>
            <a:ext cx="9808447" cy="9331824"/>
            <a:chOff x="0" y="0"/>
            <a:chExt cx="13077930" cy="12442432"/>
          </a:xfrm>
        </p:grpSpPr>
        <p:grpSp>
          <p:nvGrpSpPr>
            <p:cNvPr id="16" name="Group 16"/>
            <p:cNvGrpSpPr/>
            <p:nvPr/>
          </p:nvGrpSpPr>
          <p:grpSpPr>
            <a:xfrm rot="2252144">
              <a:off x="1498251" y="1484738"/>
              <a:ext cx="7399579" cy="7432687"/>
              <a:chOff x="0" y="0"/>
              <a:chExt cx="2816645" cy="2829248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243342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2252144">
              <a:off x="2397493" y="3224228"/>
              <a:ext cx="7399579" cy="7432687"/>
              <a:chOff x="0" y="0"/>
              <a:chExt cx="2816645" cy="2829248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535659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 rot="2252144">
              <a:off x="4180100" y="3525007"/>
              <a:ext cx="7399579" cy="7432687"/>
              <a:chOff x="0" y="0"/>
              <a:chExt cx="2816645" cy="2829248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858789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25" name="TextBox 25"/>
          <p:cNvSpPr txBox="1"/>
          <p:nvPr/>
        </p:nvSpPr>
        <p:spPr>
          <a:xfrm>
            <a:off x="787067" y="904875"/>
            <a:ext cx="4965257" cy="1107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80"/>
              </a:lnSpc>
            </a:pPr>
            <a:r>
              <a:rPr lang="en-US" sz="650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Fitur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15665503" y="317552"/>
            <a:ext cx="2042119" cy="650325"/>
            <a:chOff x="0" y="0"/>
            <a:chExt cx="537842" cy="17127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37842" cy="171279"/>
            </a:xfrm>
            <a:custGeom>
              <a:avLst/>
              <a:gdLst/>
              <a:ahLst/>
              <a:cxnLst/>
              <a:rect l="l" t="t" r="r" b="b"/>
              <a:pathLst>
                <a:path w="537842" h="171279">
                  <a:moveTo>
                    <a:pt x="53076" y="0"/>
                  </a:moveTo>
                  <a:lnTo>
                    <a:pt x="484766" y="0"/>
                  </a:lnTo>
                  <a:cubicBezTo>
                    <a:pt x="514079" y="0"/>
                    <a:pt x="537842" y="23763"/>
                    <a:pt x="537842" y="53076"/>
                  </a:cubicBezTo>
                  <a:lnTo>
                    <a:pt x="537842" y="118203"/>
                  </a:lnTo>
                  <a:cubicBezTo>
                    <a:pt x="537842" y="132280"/>
                    <a:pt x="532250" y="145780"/>
                    <a:pt x="522296" y="155734"/>
                  </a:cubicBezTo>
                  <a:cubicBezTo>
                    <a:pt x="512343" y="165687"/>
                    <a:pt x="498843" y="171279"/>
                    <a:pt x="484766" y="171279"/>
                  </a:cubicBezTo>
                  <a:lnTo>
                    <a:pt x="53076" y="171279"/>
                  </a:lnTo>
                  <a:cubicBezTo>
                    <a:pt x="38999" y="171279"/>
                    <a:pt x="25499" y="165687"/>
                    <a:pt x="15546" y="155734"/>
                  </a:cubicBezTo>
                  <a:cubicBezTo>
                    <a:pt x="5592" y="145780"/>
                    <a:pt x="0" y="132280"/>
                    <a:pt x="0" y="118203"/>
                  </a:cubicBezTo>
                  <a:lnTo>
                    <a:pt x="0" y="53076"/>
                  </a:lnTo>
                  <a:cubicBezTo>
                    <a:pt x="0" y="38999"/>
                    <a:pt x="5592" y="25499"/>
                    <a:pt x="15546" y="15546"/>
                  </a:cubicBezTo>
                  <a:cubicBezTo>
                    <a:pt x="25499" y="5592"/>
                    <a:pt x="38999" y="0"/>
                    <a:pt x="53076" y="0"/>
                  </a:cubicBezTo>
                  <a:close/>
                </a:path>
              </a:pathLst>
            </a:custGeom>
            <a:solidFill>
              <a:srgbClr val="535659"/>
            </a:solidFill>
            <a:ln w="19050" cap="sq">
              <a:solidFill>
                <a:srgbClr val="243342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537842" cy="2093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5621459" y="349050"/>
            <a:ext cx="2168307" cy="341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spc="120" dirty="0" err="1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Halaman</a:t>
            </a:r>
            <a:r>
              <a:rPr lang="en-US" sz="2000" spc="120" dirty="0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 </a:t>
            </a:r>
            <a:r>
              <a:rPr lang="en-US" sz="2000" spc="120" dirty="0" smtClean="0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6</a:t>
            </a:r>
            <a:endParaRPr lang="en-US" sz="2000" spc="120" dirty="0">
              <a:solidFill>
                <a:srgbClr val="FFFFFF"/>
              </a:solidFill>
              <a:latin typeface="Karnchang"/>
              <a:ea typeface="Karnchang"/>
              <a:cs typeface="Karnchang"/>
              <a:sym typeface="Karnchang"/>
            </a:endParaRPr>
          </a:p>
        </p:txBody>
      </p:sp>
      <p:grpSp>
        <p:nvGrpSpPr>
          <p:cNvPr id="30" name="Group 30"/>
          <p:cNvGrpSpPr/>
          <p:nvPr/>
        </p:nvGrpSpPr>
        <p:grpSpPr>
          <a:xfrm>
            <a:off x="3124200" y="3050540"/>
            <a:ext cx="12268200" cy="6055360"/>
            <a:chOff x="0" y="0"/>
            <a:chExt cx="3631194" cy="1602754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3631194" cy="1602754"/>
            </a:xfrm>
            <a:custGeom>
              <a:avLst/>
              <a:gdLst/>
              <a:ahLst/>
              <a:cxnLst/>
              <a:rect l="l" t="t" r="r" b="b"/>
              <a:pathLst>
                <a:path w="3631194" h="1602754">
                  <a:moveTo>
                    <a:pt x="28638" y="0"/>
                  </a:moveTo>
                  <a:lnTo>
                    <a:pt x="3602556" y="0"/>
                  </a:lnTo>
                  <a:cubicBezTo>
                    <a:pt x="3618373" y="0"/>
                    <a:pt x="3631194" y="12822"/>
                    <a:pt x="3631194" y="28638"/>
                  </a:cubicBezTo>
                  <a:lnTo>
                    <a:pt x="3631194" y="1574116"/>
                  </a:lnTo>
                  <a:cubicBezTo>
                    <a:pt x="3631194" y="1581711"/>
                    <a:pt x="3628177" y="1588995"/>
                    <a:pt x="3622806" y="1594366"/>
                  </a:cubicBezTo>
                  <a:cubicBezTo>
                    <a:pt x="3617436" y="1599737"/>
                    <a:pt x="3610151" y="1602754"/>
                    <a:pt x="3602556" y="1602754"/>
                  </a:cubicBezTo>
                  <a:lnTo>
                    <a:pt x="28638" y="1602754"/>
                  </a:lnTo>
                  <a:cubicBezTo>
                    <a:pt x="21043" y="1602754"/>
                    <a:pt x="13759" y="1599737"/>
                    <a:pt x="8388" y="1594366"/>
                  </a:cubicBezTo>
                  <a:cubicBezTo>
                    <a:pt x="3017" y="1588995"/>
                    <a:pt x="0" y="1581711"/>
                    <a:pt x="0" y="1574116"/>
                  </a:cubicBezTo>
                  <a:lnTo>
                    <a:pt x="0" y="28638"/>
                  </a:lnTo>
                  <a:cubicBezTo>
                    <a:pt x="0" y="21043"/>
                    <a:pt x="3017" y="13759"/>
                    <a:pt x="8388" y="8388"/>
                  </a:cubicBezTo>
                  <a:cubicBezTo>
                    <a:pt x="13759" y="3017"/>
                    <a:pt x="21043" y="0"/>
                    <a:pt x="28638" y="0"/>
                  </a:cubicBezTo>
                  <a:close/>
                </a:path>
              </a:pathLst>
            </a:custGeom>
            <a:solidFill>
              <a:srgbClr val="858789">
                <a:alpha val="40000"/>
              </a:srgbClr>
            </a:solidFill>
            <a:ln w="19050" cap="rnd">
              <a:solidFill>
                <a:srgbClr val="243342">
                  <a:alpha val="40000"/>
                </a:srgbClr>
              </a:solidFill>
              <a:prstDash val="solid"/>
              <a:round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3631194" cy="16408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2133600" y="1943100"/>
            <a:ext cx="6867586" cy="694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603" lvl="1" indent="-431801" algn="l">
              <a:lnSpc>
                <a:spcPts val="3680"/>
              </a:lnSpc>
              <a:buAutoNum type="arabicPeriod"/>
            </a:pPr>
            <a:r>
              <a:rPr lang="en-US" sz="4000" dirty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Login</a:t>
            </a:r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4214" y="3236792"/>
            <a:ext cx="12088171" cy="56169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 rot="-7538080">
            <a:off x="-7029811" y="-5584933"/>
            <a:ext cx="9808447" cy="9331824"/>
            <a:chOff x="0" y="0"/>
            <a:chExt cx="13077930" cy="12442432"/>
          </a:xfrm>
        </p:grpSpPr>
        <p:grpSp>
          <p:nvGrpSpPr>
            <p:cNvPr id="6" name="Group 6"/>
            <p:cNvGrpSpPr/>
            <p:nvPr/>
          </p:nvGrpSpPr>
          <p:grpSpPr>
            <a:xfrm rot="2252144">
              <a:off x="1498251" y="1484738"/>
              <a:ext cx="7399579" cy="7432687"/>
              <a:chOff x="0" y="0"/>
              <a:chExt cx="2816645" cy="2829248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243342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2252144">
              <a:off x="2397493" y="3224228"/>
              <a:ext cx="7399579" cy="7432687"/>
              <a:chOff x="0" y="0"/>
              <a:chExt cx="2816645" cy="2829248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535659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 rot="2252144">
              <a:off x="4180100" y="3525007"/>
              <a:ext cx="7399579" cy="7432687"/>
              <a:chOff x="0" y="0"/>
              <a:chExt cx="2816645" cy="2829248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858789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5" name="Group 15"/>
          <p:cNvGrpSpPr/>
          <p:nvPr/>
        </p:nvGrpSpPr>
        <p:grpSpPr>
          <a:xfrm rot="2124477">
            <a:off x="15979122" y="5429903"/>
            <a:ext cx="9808447" cy="9331824"/>
            <a:chOff x="0" y="0"/>
            <a:chExt cx="13077930" cy="12442432"/>
          </a:xfrm>
        </p:grpSpPr>
        <p:grpSp>
          <p:nvGrpSpPr>
            <p:cNvPr id="16" name="Group 16"/>
            <p:cNvGrpSpPr/>
            <p:nvPr/>
          </p:nvGrpSpPr>
          <p:grpSpPr>
            <a:xfrm rot="2252144">
              <a:off x="1498251" y="1484738"/>
              <a:ext cx="7399579" cy="7432687"/>
              <a:chOff x="0" y="0"/>
              <a:chExt cx="2816645" cy="2829248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243342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2252144">
              <a:off x="2397493" y="3224228"/>
              <a:ext cx="7399579" cy="7432687"/>
              <a:chOff x="0" y="0"/>
              <a:chExt cx="2816645" cy="2829248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535659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 rot="2252144">
              <a:off x="4180100" y="3525007"/>
              <a:ext cx="7399579" cy="7432687"/>
              <a:chOff x="0" y="0"/>
              <a:chExt cx="2816645" cy="2829248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858789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25" name="TextBox 25"/>
          <p:cNvSpPr txBox="1"/>
          <p:nvPr/>
        </p:nvSpPr>
        <p:spPr>
          <a:xfrm>
            <a:off x="787067" y="904875"/>
            <a:ext cx="4965257" cy="1107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80"/>
              </a:lnSpc>
            </a:pPr>
            <a:r>
              <a:rPr lang="en-US" sz="6500" dirty="0" err="1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Fitur</a:t>
            </a:r>
            <a:endParaRPr lang="en-US" sz="6500" dirty="0">
              <a:solidFill>
                <a:srgbClr val="243342"/>
              </a:solidFill>
              <a:latin typeface="Karnchang Bold"/>
              <a:ea typeface="Karnchang Bold"/>
              <a:cs typeface="Karnchang Bold"/>
              <a:sym typeface="Karnchang Bold"/>
            </a:endParaRPr>
          </a:p>
        </p:txBody>
      </p:sp>
      <p:grpSp>
        <p:nvGrpSpPr>
          <p:cNvPr id="26" name="Group 26"/>
          <p:cNvGrpSpPr/>
          <p:nvPr/>
        </p:nvGrpSpPr>
        <p:grpSpPr>
          <a:xfrm>
            <a:off x="15665503" y="317552"/>
            <a:ext cx="2042119" cy="650325"/>
            <a:chOff x="0" y="0"/>
            <a:chExt cx="537842" cy="17127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37842" cy="171279"/>
            </a:xfrm>
            <a:custGeom>
              <a:avLst/>
              <a:gdLst/>
              <a:ahLst/>
              <a:cxnLst/>
              <a:rect l="l" t="t" r="r" b="b"/>
              <a:pathLst>
                <a:path w="537842" h="171279">
                  <a:moveTo>
                    <a:pt x="53076" y="0"/>
                  </a:moveTo>
                  <a:lnTo>
                    <a:pt x="484766" y="0"/>
                  </a:lnTo>
                  <a:cubicBezTo>
                    <a:pt x="514079" y="0"/>
                    <a:pt x="537842" y="23763"/>
                    <a:pt x="537842" y="53076"/>
                  </a:cubicBezTo>
                  <a:lnTo>
                    <a:pt x="537842" y="118203"/>
                  </a:lnTo>
                  <a:cubicBezTo>
                    <a:pt x="537842" y="132280"/>
                    <a:pt x="532250" y="145780"/>
                    <a:pt x="522296" y="155734"/>
                  </a:cubicBezTo>
                  <a:cubicBezTo>
                    <a:pt x="512343" y="165687"/>
                    <a:pt x="498843" y="171279"/>
                    <a:pt x="484766" y="171279"/>
                  </a:cubicBezTo>
                  <a:lnTo>
                    <a:pt x="53076" y="171279"/>
                  </a:lnTo>
                  <a:cubicBezTo>
                    <a:pt x="38999" y="171279"/>
                    <a:pt x="25499" y="165687"/>
                    <a:pt x="15546" y="155734"/>
                  </a:cubicBezTo>
                  <a:cubicBezTo>
                    <a:pt x="5592" y="145780"/>
                    <a:pt x="0" y="132280"/>
                    <a:pt x="0" y="118203"/>
                  </a:cubicBezTo>
                  <a:lnTo>
                    <a:pt x="0" y="53076"/>
                  </a:lnTo>
                  <a:cubicBezTo>
                    <a:pt x="0" y="38999"/>
                    <a:pt x="5592" y="25499"/>
                    <a:pt x="15546" y="15546"/>
                  </a:cubicBezTo>
                  <a:cubicBezTo>
                    <a:pt x="25499" y="5592"/>
                    <a:pt x="38999" y="0"/>
                    <a:pt x="53076" y="0"/>
                  </a:cubicBezTo>
                  <a:close/>
                </a:path>
              </a:pathLst>
            </a:custGeom>
            <a:solidFill>
              <a:srgbClr val="535659"/>
            </a:solidFill>
            <a:ln w="19050" cap="sq">
              <a:solidFill>
                <a:srgbClr val="243342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537842" cy="2093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5621459" y="349050"/>
            <a:ext cx="2168307" cy="341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spc="120" dirty="0" err="1" smtClean="0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Halaman</a:t>
            </a:r>
            <a:r>
              <a:rPr lang="en-US" sz="2000" spc="120" dirty="0" smtClean="0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 7</a:t>
            </a:r>
            <a:endParaRPr lang="en-US" sz="2000" spc="120" dirty="0">
              <a:solidFill>
                <a:srgbClr val="FFFFFF"/>
              </a:solidFill>
              <a:latin typeface="Karnchang"/>
              <a:ea typeface="Karnchang"/>
              <a:cs typeface="Karnchang"/>
              <a:sym typeface="Karnchang"/>
            </a:endParaRPr>
          </a:p>
        </p:txBody>
      </p:sp>
      <p:grpSp>
        <p:nvGrpSpPr>
          <p:cNvPr id="30" name="Group 30"/>
          <p:cNvGrpSpPr/>
          <p:nvPr/>
        </p:nvGrpSpPr>
        <p:grpSpPr>
          <a:xfrm>
            <a:off x="2286000" y="2857500"/>
            <a:ext cx="13810465" cy="6477000"/>
            <a:chOff x="0" y="0"/>
            <a:chExt cx="3631194" cy="1602754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3631194" cy="1602754"/>
            </a:xfrm>
            <a:custGeom>
              <a:avLst/>
              <a:gdLst/>
              <a:ahLst/>
              <a:cxnLst/>
              <a:rect l="l" t="t" r="r" b="b"/>
              <a:pathLst>
                <a:path w="3631194" h="1602754">
                  <a:moveTo>
                    <a:pt x="28638" y="0"/>
                  </a:moveTo>
                  <a:lnTo>
                    <a:pt x="3602556" y="0"/>
                  </a:lnTo>
                  <a:cubicBezTo>
                    <a:pt x="3618373" y="0"/>
                    <a:pt x="3631194" y="12822"/>
                    <a:pt x="3631194" y="28638"/>
                  </a:cubicBezTo>
                  <a:lnTo>
                    <a:pt x="3631194" y="1574116"/>
                  </a:lnTo>
                  <a:cubicBezTo>
                    <a:pt x="3631194" y="1581711"/>
                    <a:pt x="3628177" y="1588995"/>
                    <a:pt x="3622806" y="1594366"/>
                  </a:cubicBezTo>
                  <a:cubicBezTo>
                    <a:pt x="3617436" y="1599737"/>
                    <a:pt x="3610151" y="1602754"/>
                    <a:pt x="3602556" y="1602754"/>
                  </a:cubicBezTo>
                  <a:lnTo>
                    <a:pt x="28638" y="1602754"/>
                  </a:lnTo>
                  <a:cubicBezTo>
                    <a:pt x="21043" y="1602754"/>
                    <a:pt x="13759" y="1599737"/>
                    <a:pt x="8388" y="1594366"/>
                  </a:cubicBezTo>
                  <a:cubicBezTo>
                    <a:pt x="3017" y="1588995"/>
                    <a:pt x="0" y="1581711"/>
                    <a:pt x="0" y="1574116"/>
                  </a:cubicBezTo>
                  <a:lnTo>
                    <a:pt x="0" y="28638"/>
                  </a:lnTo>
                  <a:cubicBezTo>
                    <a:pt x="0" y="21043"/>
                    <a:pt x="3017" y="13759"/>
                    <a:pt x="8388" y="8388"/>
                  </a:cubicBezTo>
                  <a:cubicBezTo>
                    <a:pt x="13759" y="3017"/>
                    <a:pt x="21043" y="0"/>
                    <a:pt x="28638" y="0"/>
                  </a:cubicBezTo>
                  <a:close/>
                </a:path>
              </a:pathLst>
            </a:custGeom>
            <a:solidFill>
              <a:srgbClr val="858789">
                <a:alpha val="40000"/>
              </a:srgbClr>
            </a:solidFill>
            <a:ln w="19050" cap="rnd">
              <a:solidFill>
                <a:srgbClr val="243342">
                  <a:alpha val="40000"/>
                </a:srgbClr>
              </a:solidFill>
              <a:prstDash val="solid"/>
              <a:round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3631194" cy="16408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2133600" y="1977004"/>
            <a:ext cx="10363200" cy="4744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31802" lvl="1" algn="l">
              <a:lnSpc>
                <a:spcPts val="3680"/>
              </a:lnSpc>
            </a:pPr>
            <a:r>
              <a:rPr lang="en-US" sz="4000" dirty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2</a:t>
            </a:r>
            <a:r>
              <a:rPr lang="en-US" sz="4000" dirty="0" smtClean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. Input </a:t>
            </a:r>
            <a:r>
              <a:rPr lang="en-US" sz="4000" dirty="0" err="1" smtClean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Checksheet</a:t>
            </a:r>
            <a:r>
              <a:rPr lang="en-US" sz="4000" dirty="0" smtClean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 (Production)</a:t>
            </a:r>
            <a:endParaRPr lang="en-US" sz="4000" dirty="0">
              <a:solidFill>
                <a:srgbClr val="243342"/>
              </a:solidFill>
              <a:latin typeface="Karnchang Bold"/>
              <a:ea typeface="Karnchang Bold"/>
              <a:cs typeface="Karnchang Bold"/>
              <a:sym typeface="Karnchang Bold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5854" y="3024236"/>
            <a:ext cx="13590756" cy="6090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215028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 rot="-7538080">
            <a:off x="-7029811" y="-5584933"/>
            <a:ext cx="9808447" cy="9331824"/>
            <a:chOff x="0" y="0"/>
            <a:chExt cx="13077930" cy="12442432"/>
          </a:xfrm>
        </p:grpSpPr>
        <p:grpSp>
          <p:nvGrpSpPr>
            <p:cNvPr id="6" name="Group 6"/>
            <p:cNvGrpSpPr/>
            <p:nvPr/>
          </p:nvGrpSpPr>
          <p:grpSpPr>
            <a:xfrm rot="2252144">
              <a:off x="1498251" y="1484738"/>
              <a:ext cx="7399579" cy="7432687"/>
              <a:chOff x="0" y="0"/>
              <a:chExt cx="2816645" cy="2829248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243342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2252144">
              <a:off x="2397493" y="3224228"/>
              <a:ext cx="7399579" cy="7432687"/>
              <a:chOff x="0" y="0"/>
              <a:chExt cx="2816645" cy="2829248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535659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 rot="2252144">
              <a:off x="4180100" y="3525007"/>
              <a:ext cx="7399579" cy="7432687"/>
              <a:chOff x="0" y="0"/>
              <a:chExt cx="2816645" cy="2829248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858789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5" name="Group 15"/>
          <p:cNvGrpSpPr/>
          <p:nvPr/>
        </p:nvGrpSpPr>
        <p:grpSpPr>
          <a:xfrm rot="2124477">
            <a:off x="15979122" y="5429903"/>
            <a:ext cx="9808447" cy="9331824"/>
            <a:chOff x="0" y="0"/>
            <a:chExt cx="13077930" cy="12442432"/>
          </a:xfrm>
        </p:grpSpPr>
        <p:grpSp>
          <p:nvGrpSpPr>
            <p:cNvPr id="16" name="Group 16"/>
            <p:cNvGrpSpPr/>
            <p:nvPr/>
          </p:nvGrpSpPr>
          <p:grpSpPr>
            <a:xfrm rot="2252144">
              <a:off x="1498251" y="1484738"/>
              <a:ext cx="7399579" cy="7432687"/>
              <a:chOff x="0" y="0"/>
              <a:chExt cx="2816645" cy="2829248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243342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2252144">
              <a:off x="2397493" y="3224228"/>
              <a:ext cx="7399579" cy="7432687"/>
              <a:chOff x="0" y="0"/>
              <a:chExt cx="2816645" cy="2829248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535659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 rot="2252144">
              <a:off x="4180100" y="3525007"/>
              <a:ext cx="7399579" cy="7432687"/>
              <a:chOff x="0" y="0"/>
              <a:chExt cx="2816645" cy="2829248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858789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25" name="TextBox 25"/>
          <p:cNvSpPr txBox="1"/>
          <p:nvPr/>
        </p:nvSpPr>
        <p:spPr>
          <a:xfrm>
            <a:off x="787067" y="904875"/>
            <a:ext cx="4965257" cy="1107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80"/>
              </a:lnSpc>
            </a:pPr>
            <a:r>
              <a:rPr lang="en-US" sz="6500" dirty="0" err="1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Fitur</a:t>
            </a:r>
            <a:endParaRPr lang="en-US" sz="6500" dirty="0">
              <a:solidFill>
                <a:srgbClr val="243342"/>
              </a:solidFill>
              <a:latin typeface="Karnchang Bold"/>
              <a:ea typeface="Karnchang Bold"/>
              <a:cs typeface="Karnchang Bold"/>
              <a:sym typeface="Karnchang Bold"/>
            </a:endParaRPr>
          </a:p>
        </p:txBody>
      </p:sp>
      <p:grpSp>
        <p:nvGrpSpPr>
          <p:cNvPr id="26" name="Group 26"/>
          <p:cNvGrpSpPr/>
          <p:nvPr/>
        </p:nvGrpSpPr>
        <p:grpSpPr>
          <a:xfrm>
            <a:off x="15665503" y="317552"/>
            <a:ext cx="2042119" cy="650325"/>
            <a:chOff x="0" y="0"/>
            <a:chExt cx="537842" cy="17127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37842" cy="171279"/>
            </a:xfrm>
            <a:custGeom>
              <a:avLst/>
              <a:gdLst/>
              <a:ahLst/>
              <a:cxnLst/>
              <a:rect l="l" t="t" r="r" b="b"/>
              <a:pathLst>
                <a:path w="537842" h="171279">
                  <a:moveTo>
                    <a:pt x="53076" y="0"/>
                  </a:moveTo>
                  <a:lnTo>
                    <a:pt x="484766" y="0"/>
                  </a:lnTo>
                  <a:cubicBezTo>
                    <a:pt x="514079" y="0"/>
                    <a:pt x="537842" y="23763"/>
                    <a:pt x="537842" y="53076"/>
                  </a:cubicBezTo>
                  <a:lnTo>
                    <a:pt x="537842" y="118203"/>
                  </a:lnTo>
                  <a:cubicBezTo>
                    <a:pt x="537842" y="132280"/>
                    <a:pt x="532250" y="145780"/>
                    <a:pt x="522296" y="155734"/>
                  </a:cubicBezTo>
                  <a:cubicBezTo>
                    <a:pt x="512343" y="165687"/>
                    <a:pt x="498843" y="171279"/>
                    <a:pt x="484766" y="171279"/>
                  </a:cubicBezTo>
                  <a:lnTo>
                    <a:pt x="53076" y="171279"/>
                  </a:lnTo>
                  <a:cubicBezTo>
                    <a:pt x="38999" y="171279"/>
                    <a:pt x="25499" y="165687"/>
                    <a:pt x="15546" y="155734"/>
                  </a:cubicBezTo>
                  <a:cubicBezTo>
                    <a:pt x="5592" y="145780"/>
                    <a:pt x="0" y="132280"/>
                    <a:pt x="0" y="118203"/>
                  </a:cubicBezTo>
                  <a:lnTo>
                    <a:pt x="0" y="53076"/>
                  </a:lnTo>
                  <a:cubicBezTo>
                    <a:pt x="0" y="38999"/>
                    <a:pt x="5592" y="25499"/>
                    <a:pt x="15546" y="15546"/>
                  </a:cubicBezTo>
                  <a:cubicBezTo>
                    <a:pt x="25499" y="5592"/>
                    <a:pt x="38999" y="0"/>
                    <a:pt x="53076" y="0"/>
                  </a:cubicBezTo>
                  <a:close/>
                </a:path>
              </a:pathLst>
            </a:custGeom>
            <a:solidFill>
              <a:srgbClr val="535659"/>
            </a:solidFill>
            <a:ln w="19050" cap="sq">
              <a:solidFill>
                <a:srgbClr val="243342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537842" cy="2093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5621459" y="349050"/>
            <a:ext cx="2168307" cy="341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spc="120" dirty="0" err="1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Halaman</a:t>
            </a:r>
            <a:r>
              <a:rPr lang="en-US" sz="2000" spc="120" dirty="0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 8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2286000" y="2575730"/>
            <a:ext cx="13810465" cy="6987370"/>
            <a:chOff x="0" y="0"/>
            <a:chExt cx="3631194" cy="1602754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3631194" cy="1602754"/>
            </a:xfrm>
            <a:custGeom>
              <a:avLst/>
              <a:gdLst/>
              <a:ahLst/>
              <a:cxnLst/>
              <a:rect l="l" t="t" r="r" b="b"/>
              <a:pathLst>
                <a:path w="3631194" h="1602754">
                  <a:moveTo>
                    <a:pt x="28638" y="0"/>
                  </a:moveTo>
                  <a:lnTo>
                    <a:pt x="3602556" y="0"/>
                  </a:lnTo>
                  <a:cubicBezTo>
                    <a:pt x="3618373" y="0"/>
                    <a:pt x="3631194" y="12822"/>
                    <a:pt x="3631194" y="28638"/>
                  </a:cubicBezTo>
                  <a:lnTo>
                    <a:pt x="3631194" y="1574116"/>
                  </a:lnTo>
                  <a:cubicBezTo>
                    <a:pt x="3631194" y="1581711"/>
                    <a:pt x="3628177" y="1588995"/>
                    <a:pt x="3622806" y="1594366"/>
                  </a:cubicBezTo>
                  <a:cubicBezTo>
                    <a:pt x="3617436" y="1599737"/>
                    <a:pt x="3610151" y="1602754"/>
                    <a:pt x="3602556" y="1602754"/>
                  </a:cubicBezTo>
                  <a:lnTo>
                    <a:pt x="28638" y="1602754"/>
                  </a:lnTo>
                  <a:cubicBezTo>
                    <a:pt x="21043" y="1602754"/>
                    <a:pt x="13759" y="1599737"/>
                    <a:pt x="8388" y="1594366"/>
                  </a:cubicBezTo>
                  <a:cubicBezTo>
                    <a:pt x="3017" y="1588995"/>
                    <a:pt x="0" y="1581711"/>
                    <a:pt x="0" y="1574116"/>
                  </a:cubicBezTo>
                  <a:lnTo>
                    <a:pt x="0" y="28638"/>
                  </a:lnTo>
                  <a:cubicBezTo>
                    <a:pt x="0" y="21043"/>
                    <a:pt x="3017" y="13759"/>
                    <a:pt x="8388" y="8388"/>
                  </a:cubicBezTo>
                  <a:cubicBezTo>
                    <a:pt x="13759" y="3017"/>
                    <a:pt x="21043" y="0"/>
                    <a:pt x="28638" y="0"/>
                  </a:cubicBezTo>
                  <a:close/>
                </a:path>
              </a:pathLst>
            </a:custGeom>
            <a:solidFill>
              <a:srgbClr val="858789">
                <a:alpha val="40000"/>
              </a:srgbClr>
            </a:solidFill>
            <a:ln w="19050" cap="rnd">
              <a:solidFill>
                <a:srgbClr val="243342">
                  <a:alpha val="40000"/>
                </a:srgbClr>
              </a:solidFill>
              <a:prstDash val="solid"/>
              <a:round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3631194" cy="16408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2133600" y="1977004"/>
            <a:ext cx="9601200" cy="4744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31802" lvl="1" algn="l">
              <a:lnSpc>
                <a:spcPts val="3680"/>
              </a:lnSpc>
            </a:pPr>
            <a:r>
              <a:rPr lang="en-US" sz="4000" dirty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3</a:t>
            </a:r>
            <a:r>
              <a:rPr lang="en-US" sz="4000" dirty="0" smtClean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. Input </a:t>
            </a:r>
            <a:r>
              <a:rPr lang="en-US" sz="4000" dirty="0" err="1" smtClean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Checksheet</a:t>
            </a:r>
            <a:r>
              <a:rPr lang="en-US" sz="4000" dirty="0" smtClean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 (Production)</a:t>
            </a:r>
            <a:endParaRPr lang="en-US" sz="4000" dirty="0">
              <a:solidFill>
                <a:srgbClr val="243342"/>
              </a:solidFill>
              <a:latin typeface="Karnchang Bold"/>
              <a:ea typeface="Karnchang Bold"/>
              <a:cs typeface="Karnchang Bold"/>
              <a:sym typeface="Karnchang Bold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0403" y="2848807"/>
            <a:ext cx="13441657" cy="6468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902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 rot="-7538080">
            <a:off x="-7029811" y="-5584933"/>
            <a:ext cx="9808447" cy="9331824"/>
            <a:chOff x="0" y="0"/>
            <a:chExt cx="13077930" cy="12442432"/>
          </a:xfrm>
        </p:grpSpPr>
        <p:grpSp>
          <p:nvGrpSpPr>
            <p:cNvPr id="6" name="Group 6"/>
            <p:cNvGrpSpPr/>
            <p:nvPr/>
          </p:nvGrpSpPr>
          <p:grpSpPr>
            <a:xfrm rot="2252144">
              <a:off x="1498251" y="1484738"/>
              <a:ext cx="7399579" cy="7432687"/>
              <a:chOff x="0" y="0"/>
              <a:chExt cx="2816645" cy="2829248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243342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2252144">
              <a:off x="2397493" y="3224228"/>
              <a:ext cx="7399579" cy="7432687"/>
              <a:chOff x="0" y="0"/>
              <a:chExt cx="2816645" cy="2829248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535659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 rot="2252144">
              <a:off x="4180100" y="3525007"/>
              <a:ext cx="7399579" cy="7432687"/>
              <a:chOff x="0" y="0"/>
              <a:chExt cx="2816645" cy="2829248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858789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5" name="Group 15"/>
          <p:cNvGrpSpPr/>
          <p:nvPr/>
        </p:nvGrpSpPr>
        <p:grpSpPr>
          <a:xfrm rot="2124477">
            <a:off x="15979122" y="5429903"/>
            <a:ext cx="9808447" cy="9331824"/>
            <a:chOff x="0" y="0"/>
            <a:chExt cx="13077930" cy="12442432"/>
          </a:xfrm>
        </p:grpSpPr>
        <p:grpSp>
          <p:nvGrpSpPr>
            <p:cNvPr id="16" name="Group 16"/>
            <p:cNvGrpSpPr/>
            <p:nvPr/>
          </p:nvGrpSpPr>
          <p:grpSpPr>
            <a:xfrm rot="2252144">
              <a:off x="1498251" y="1484738"/>
              <a:ext cx="7399579" cy="7432687"/>
              <a:chOff x="0" y="0"/>
              <a:chExt cx="2816645" cy="2829248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243342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2252144">
              <a:off x="2397493" y="3224228"/>
              <a:ext cx="7399579" cy="7432687"/>
              <a:chOff x="0" y="0"/>
              <a:chExt cx="2816645" cy="2829248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535659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 rot="2252144">
              <a:off x="4180100" y="3525007"/>
              <a:ext cx="7399579" cy="7432687"/>
              <a:chOff x="0" y="0"/>
              <a:chExt cx="2816645" cy="2829248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858789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25" name="TextBox 25"/>
          <p:cNvSpPr txBox="1"/>
          <p:nvPr/>
        </p:nvSpPr>
        <p:spPr>
          <a:xfrm>
            <a:off x="787067" y="904875"/>
            <a:ext cx="4965257" cy="1107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80"/>
              </a:lnSpc>
            </a:pPr>
            <a:r>
              <a:rPr lang="en-US" sz="6500" dirty="0" err="1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Fitur</a:t>
            </a:r>
            <a:endParaRPr lang="en-US" sz="6500" dirty="0">
              <a:solidFill>
                <a:srgbClr val="243342"/>
              </a:solidFill>
              <a:latin typeface="Karnchang Bold"/>
              <a:ea typeface="Karnchang Bold"/>
              <a:cs typeface="Karnchang Bold"/>
              <a:sym typeface="Karnchang Bold"/>
            </a:endParaRPr>
          </a:p>
        </p:txBody>
      </p:sp>
      <p:grpSp>
        <p:nvGrpSpPr>
          <p:cNvPr id="26" name="Group 26"/>
          <p:cNvGrpSpPr/>
          <p:nvPr/>
        </p:nvGrpSpPr>
        <p:grpSpPr>
          <a:xfrm>
            <a:off x="15665503" y="317552"/>
            <a:ext cx="2042119" cy="650325"/>
            <a:chOff x="0" y="0"/>
            <a:chExt cx="537842" cy="17127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37842" cy="171279"/>
            </a:xfrm>
            <a:custGeom>
              <a:avLst/>
              <a:gdLst/>
              <a:ahLst/>
              <a:cxnLst/>
              <a:rect l="l" t="t" r="r" b="b"/>
              <a:pathLst>
                <a:path w="537842" h="171279">
                  <a:moveTo>
                    <a:pt x="53076" y="0"/>
                  </a:moveTo>
                  <a:lnTo>
                    <a:pt x="484766" y="0"/>
                  </a:lnTo>
                  <a:cubicBezTo>
                    <a:pt x="514079" y="0"/>
                    <a:pt x="537842" y="23763"/>
                    <a:pt x="537842" y="53076"/>
                  </a:cubicBezTo>
                  <a:lnTo>
                    <a:pt x="537842" y="118203"/>
                  </a:lnTo>
                  <a:cubicBezTo>
                    <a:pt x="537842" y="132280"/>
                    <a:pt x="532250" y="145780"/>
                    <a:pt x="522296" y="155734"/>
                  </a:cubicBezTo>
                  <a:cubicBezTo>
                    <a:pt x="512343" y="165687"/>
                    <a:pt x="498843" y="171279"/>
                    <a:pt x="484766" y="171279"/>
                  </a:cubicBezTo>
                  <a:lnTo>
                    <a:pt x="53076" y="171279"/>
                  </a:lnTo>
                  <a:cubicBezTo>
                    <a:pt x="38999" y="171279"/>
                    <a:pt x="25499" y="165687"/>
                    <a:pt x="15546" y="155734"/>
                  </a:cubicBezTo>
                  <a:cubicBezTo>
                    <a:pt x="5592" y="145780"/>
                    <a:pt x="0" y="132280"/>
                    <a:pt x="0" y="118203"/>
                  </a:cubicBezTo>
                  <a:lnTo>
                    <a:pt x="0" y="53076"/>
                  </a:lnTo>
                  <a:cubicBezTo>
                    <a:pt x="0" y="38999"/>
                    <a:pt x="5592" y="25499"/>
                    <a:pt x="15546" y="15546"/>
                  </a:cubicBezTo>
                  <a:cubicBezTo>
                    <a:pt x="25499" y="5592"/>
                    <a:pt x="38999" y="0"/>
                    <a:pt x="53076" y="0"/>
                  </a:cubicBezTo>
                  <a:close/>
                </a:path>
              </a:pathLst>
            </a:custGeom>
            <a:solidFill>
              <a:srgbClr val="535659"/>
            </a:solidFill>
            <a:ln w="19050" cap="sq">
              <a:solidFill>
                <a:srgbClr val="243342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537842" cy="2093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5621459" y="349050"/>
            <a:ext cx="2168307" cy="341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spc="120" dirty="0" err="1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Halaman</a:t>
            </a:r>
            <a:r>
              <a:rPr lang="en-US" sz="2000" spc="120" dirty="0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 </a:t>
            </a:r>
            <a:r>
              <a:rPr lang="en-US" sz="2000" spc="120" dirty="0" smtClean="0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9</a:t>
            </a:r>
            <a:endParaRPr lang="en-US" sz="2000" spc="120" dirty="0">
              <a:solidFill>
                <a:srgbClr val="FFFFFF"/>
              </a:solidFill>
              <a:latin typeface="Karnchang"/>
              <a:ea typeface="Karnchang"/>
              <a:cs typeface="Karnchang"/>
              <a:sym typeface="Karnchang"/>
            </a:endParaRPr>
          </a:p>
        </p:txBody>
      </p:sp>
      <p:grpSp>
        <p:nvGrpSpPr>
          <p:cNvPr id="30" name="Group 30"/>
          <p:cNvGrpSpPr/>
          <p:nvPr/>
        </p:nvGrpSpPr>
        <p:grpSpPr>
          <a:xfrm>
            <a:off x="2286000" y="2857500"/>
            <a:ext cx="13810465" cy="6553200"/>
            <a:chOff x="0" y="0"/>
            <a:chExt cx="3631194" cy="1602754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3631194" cy="1602754"/>
            </a:xfrm>
            <a:custGeom>
              <a:avLst/>
              <a:gdLst/>
              <a:ahLst/>
              <a:cxnLst/>
              <a:rect l="l" t="t" r="r" b="b"/>
              <a:pathLst>
                <a:path w="3631194" h="1602754">
                  <a:moveTo>
                    <a:pt x="28638" y="0"/>
                  </a:moveTo>
                  <a:lnTo>
                    <a:pt x="3602556" y="0"/>
                  </a:lnTo>
                  <a:cubicBezTo>
                    <a:pt x="3618373" y="0"/>
                    <a:pt x="3631194" y="12822"/>
                    <a:pt x="3631194" y="28638"/>
                  </a:cubicBezTo>
                  <a:lnTo>
                    <a:pt x="3631194" y="1574116"/>
                  </a:lnTo>
                  <a:cubicBezTo>
                    <a:pt x="3631194" y="1581711"/>
                    <a:pt x="3628177" y="1588995"/>
                    <a:pt x="3622806" y="1594366"/>
                  </a:cubicBezTo>
                  <a:cubicBezTo>
                    <a:pt x="3617436" y="1599737"/>
                    <a:pt x="3610151" y="1602754"/>
                    <a:pt x="3602556" y="1602754"/>
                  </a:cubicBezTo>
                  <a:lnTo>
                    <a:pt x="28638" y="1602754"/>
                  </a:lnTo>
                  <a:cubicBezTo>
                    <a:pt x="21043" y="1602754"/>
                    <a:pt x="13759" y="1599737"/>
                    <a:pt x="8388" y="1594366"/>
                  </a:cubicBezTo>
                  <a:cubicBezTo>
                    <a:pt x="3017" y="1588995"/>
                    <a:pt x="0" y="1581711"/>
                    <a:pt x="0" y="1574116"/>
                  </a:cubicBezTo>
                  <a:lnTo>
                    <a:pt x="0" y="28638"/>
                  </a:lnTo>
                  <a:cubicBezTo>
                    <a:pt x="0" y="21043"/>
                    <a:pt x="3017" y="13759"/>
                    <a:pt x="8388" y="8388"/>
                  </a:cubicBezTo>
                  <a:cubicBezTo>
                    <a:pt x="13759" y="3017"/>
                    <a:pt x="21043" y="0"/>
                    <a:pt x="28638" y="0"/>
                  </a:cubicBezTo>
                  <a:close/>
                </a:path>
              </a:pathLst>
            </a:custGeom>
            <a:solidFill>
              <a:srgbClr val="858789">
                <a:alpha val="40000"/>
              </a:srgbClr>
            </a:solidFill>
            <a:ln w="19050" cap="rnd">
              <a:solidFill>
                <a:srgbClr val="243342">
                  <a:alpha val="40000"/>
                </a:srgbClr>
              </a:solidFill>
              <a:prstDash val="solid"/>
              <a:round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3631194" cy="16408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2133600" y="1977004"/>
            <a:ext cx="9601200" cy="4744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31802" lvl="1" algn="l">
              <a:lnSpc>
                <a:spcPts val="3680"/>
              </a:lnSpc>
            </a:pPr>
            <a:r>
              <a:rPr lang="en-US" sz="4000" dirty="0" smtClean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4. Input </a:t>
            </a:r>
            <a:r>
              <a:rPr lang="en-US" sz="4000" dirty="0" err="1" smtClean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Checksheet</a:t>
            </a:r>
            <a:r>
              <a:rPr lang="en-US" sz="4000" dirty="0" smtClean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 (Start Up)</a:t>
            </a:r>
            <a:endParaRPr lang="en-US" sz="4000" dirty="0">
              <a:solidFill>
                <a:srgbClr val="243342"/>
              </a:solidFill>
              <a:latin typeface="Karnchang Bold"/>
              <a:ea typeface="Karnchang Bold"/>
              <a:cs typeface="Karnchang Bold"/>
              <a:sym typeface="Karnchang Bold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0299" y="3078181"/>
            <a:ext cx="13581865" cy="6111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988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 rot="-7538080">
            <a:off x="-7029811" y="-5584933"/>
            <a:ext cx="9808447" cy="9331824"/>
            <a:chOff x="0" y="0"/>
            <a:chExt cx="13077930" cy="12442432"/>
          </a:xfrm>
        </p:grpSpPr>
        <p:grpSp>
          <p:nvGrpSpPr>
            <p:cNvPr id="6" name="Group 6"/>
            <p:cNvGrpSpPr/>
            <p:nvPr/>
          </p:nvGrpSpPr>
          <p:grpSpPr>
            <a:xfrm rot="2252144">
              <a:off x="1498251" y="1484738"/>
              <a:ext cx="7399579" cy="7432687"/>
              <a:chOff x="0" y="0"/>
              <a:chExt cx="2816645" cy="2829248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243342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2252144">
              <a:off x="2397493" y="3224228"/>
              <a:ext cx="7399579" cy="7432687"/>
              <a:chOff x="0" y="0"/>
              <a:chExt cx="2816645" cy="2829248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535659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 rot="2252144">
              <a:off x="4180100" y="3525007"/>
              <a:ext cx="7399579" cy="7432687"/>
              <a:chOff x="0" y="0"/>
              <a:chExt cx="2816645" cy="2829248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858789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5" name="Group 15"/>
          <p:cNvGrpSpPr/>
          <p:nvPr/>
        </p:nvGrpSpPr>
        <p:grpSpPr>
          <a:xfrm rot="2124477">
            <a:off x="15979122" y="5429903"/>
            <a:ext cx="9808447" cy="9331824"/>
            <a:chOff x="0" y="0"/>
            <a:chExt cx="13077930" cy="12442432"/>
          </a:xfrm>
        </p:grpSpPr>
        <p:grpSp>
          <p:nvGrpSpPr>
            <p:cNvPr id="16" name="Group 16"/>
            <p:cNvGrpSpPr/>
            <p:nvPr/>
          </p:nvGrpSpPr>
          <p:grpSpPr>
            <a:xfrm rot="2252144">
              <a:off x="1498251" y="1484738"/>
              <a:ext cx="7399579" cy="7432687"/>
              <a:chOff x="0" y="0"/>
              <a:chExt cx="2816645" cy="2829248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243342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2252144">
              <a:off x="2397493" y="3224228"/>
              <a:ext cx="7399579" cy="7432687"/>
              <a:chOff x="0" y="0"/>
              <a:chExt cx="2816645" cy="2829248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535659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 rot="2252144">
              <a:off x="4180100" y="3525007"/>
              <a:ext cx="7399579" cy="7432687"/>
              <a:chOff x="0" y="0"/>
              <a:chExt cx="2816645" cy="2829248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858789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25" name="TextBox 25"/>
          <p:cNvSpPr txBox="1"/>
          <p:nvPr/>
        </p:nvSpPr>
        <p:spPr>
          <a:xfrm>
            <a:off x="787067" y="904875"/>
            <a:ext cx="4965257" cy="1107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80"/>
              </a:lnSpc>
            </a:pPr>
            <a:r>
              <a:rPr lang="en-US" sz="6500" dirty="0" err="1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Fitur</a:t>
            </a:r>
            <a:endParaRPr lang="en-US" sz="6500" dirty="0">
              <a:solidFill>
                <a:srgbClr val="243342"/>
              </a:solidFill>
              <a:latin typeface="Karnchang Bold"/>
              <a:ea typeface="Karnchang Bold"/>
              <a:cs typeface="Karnchang Bold"/>
              <a:sym typeface="Karnchang Bold"/>
            </a:endParaRPr>
          </a:p>
        </p:txBody>
      </p:sp>
      <p:grpSp>
        <p:nvGrpSpPr>
          <p:cNvPr id="26" name="Group 26"/>
          <p:cNvGrpSpPr/>
          <p:nvPr/>
        </p:nvGrpSpPr>
        <p:grpSpPr>
          <a:xfrm>
            <a:off x="15665503" y="317552"/>
            <a:ext cx="2042119" cy="650325"/>
            <a:chOff x="0" y="0"/>
            <a:chExt cx="537842" cy="17127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37842" cy="171279"/>
            </a:xfrm>
            <a:custGeom>
              <a:avLst/>
              <a:gdLst/>
              <a:ahLst/>
              <a:cxnLst/>
              <a:rect l="l" t="t" r="r" b="b"/>
              <a:pathLst>
                <a:path w="537842" h="171279">
                  <a:moveTo>
                    <a:pt x="53076" y="0"/>
                  </a:moveTo>
                  <a:lnTo>
                    <a:pt x="484766" y="0"/>
                  </a:lnTo>
                  <a:cubicBezTo>
                    <a:pt x="514079" y="0"/>
                    <a:pt x="537842" y="23763"/>
                    <a:pt x="537842" y="53076"/>
                  </a:cubicBezTo>
                  <a:lnTo>
                    <a:pt x="537842" y="118203"/>
                  </a:lnTo>
                  <a:cubicBezTo>
                    <a:pt x="537842" y="132280"/>
                    <a:pt x="532250" y="145780"/>
                    <a:pt x="522296" y="155734"/>
                  </a:cubicBezTo>
                  <a:cubicBezTo>
                    <a:pt x="512343" y="165687"/>
                    <a:pt x="498843" y="171279"/>
                    <a:pt x="484766" y="171279"/>
                  </a:cubicBezTo>
                  <a:lnTo>
                    <a:pt x="53076" y="171279"/>
                  </a:lnTo>
                  <a:cubicBezTo>
                    <a:pt x="38999" y="171279"/>
                    <a:pt x="25499" y="165687"/>
                    <a:pt x="15546" y="155734"/>
                  </a:cubicBezTo>
                  <a:cubicBezTo>
                    <a:pt x="5592" y="145780"/>
                    <a:pt x="0" y="132280"/>
                    <a:pt x="0" y="118203"/>
                  </a:cubicBezTo>
                  <a:lnTo>
                    <a:pt x="0" y="53076"/>
                  </a:lnTo>
                  <a:cubicBezTo>
                    <a:pt x="0" y="38999"/>
                    <a:pt x="5592" y="25499"/>
                    <a:pt x="15546" y="15546"/>
                  </a:cubicBezTo>
                  <a:cubicBezTo>
                    <a:pt x="25499" y="5592"/>
                    <a:pt x="38999" y="0"/>
                    <a:pt x="53076" y="0"/>
                  </a:cubicBezTo>
                  <a:close/>
                </a:path>
              </a:pathLst>
            </a:custGeom>
            <a:solidFill>
              <a:srgbClr val="535659"/>
            </a:solidFill>
            <a:ln w="19050" cap="sq">
              <a:solidFill>
                <a:srgbClr val="243342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537842" cy="2093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5621459" y="349050"/>
            <a:ext cx="2168307" cy="341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spc="120" dirty="0" err="1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Halaman</a:t>
            </a:r>
            <a:r>
              <a:rPr lang="en-US" sz="2000" spc="120" dirty="0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 </a:t>
            </a:r>
            <a:r>
              <a:rPr lang="en-US" sz="2000" spc="120" dirty="0" smtClean="0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10</a:t>
            </a:r>
            <a:endParaRPr lang="en-US" sz="2000" spc="120" dirty="0">
              <a:solidFill>
                <a:srgbClr val="FFFFFF"/>
              </a:solidFill>
              <a:latin typeface="Karnchang"/>
              <a:ea typeface="Karnchang"/>
              <a:cs typeface="Karnchang"/>
              <a:sym typeface="Karnchang"/>
            </a:endParaRPr>
          </a:p>
        </p:txBody>
      </p:sp>
      <p:grpSp>
        <p:nvGrpSpPr>
          <p:cNvPr id="30" name="Group 30"/>
          <p:cNvGrpSpPr/>
          <p:nvPr/>
        </p:nvGrpSpPr>
        <p:grpSpPr>
          <a:xfrm>
            <a:off x="2286000" y="2575730"/>
            <a:ext cx="13810465" cy="6987370"/>
            <a:chOff x="0" y="0"/>
            <a:chExt cx="3631194" cy="1602754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3631194" cy="1602754"/>
            </a:xfrm>
            <a:custGeom>
              <a:avLst/>
              <a:gdLst/>
              <a:ahLst/>
              <a:cxnLst/>
              <a:rect l="l" t="t" r="r" b="b"/>
              <a:pathLst>
                <a:path w="3631194" h="1602754">
                  <a:moveTo>
                    <a:pt x="28638" y="0"/>
                  </a:moveTo>
                  <a:lnTo>
                    <a:pt x="3602556" y="0"/>
                  </a:lnTo>
                  <a:cubicBezTo>
                    <a:pt x="3618373" y="0"/>
                    <a:pt x="3631194" y="12822"/>
                    <a:pt x="3631194" y="28638"/>
                  </a:cubicBezTo>
                  <a:lnTo>
                    <a:pt x="3631194" y="1574116"/>
                  </a:lnTo>
                  <a:cubicBezTo>
                    <a:pt x="3631194" y="1581711"/>
                    <a:pt x="3628177" y="1588995"/>
                    <a:pt x="3622806" y="1594366"/>
                  </a:cubicBezTo>
                  <a:cubicBezTo>
                    <a:pt x="3617436" y="1599737"/>
                    <a:pt x="3610151" y="1602754"/>
                    <a:pt x="3602556" y="1602754"/>
                  </a:cubicBezTo>
                  <a:lnTo>
                    <a:pt x="28638" y="1602754"/>
                  </a:lnTo>
                  <a:cubicBezTo>
                    <a:pt x="21043" y="1602754"/>
                    <a:pt x="13759" y="1599737"/>
                    <a:pt x="8388" y="1594366"/>
                  </a:cubicBezTo>
                  <a:cubicBezTo>
                    <a:pt x="3017" y="1588995"/>
                    <a:pt x="0" y="1581711"/>
                    <a:pt x="0" y="1574116"/>
                  </a:cubicBezTo>
                  <a:lnTo>
                    <a:pt x="0" y="28638"/>
                  </a:lnTo>
                  <a:cubicBezTo>
                    <a:pt x="0" y="21043"/>
                    <a:pt x="3017" y="13759"/>
                    <a:pt x="8388" y="8388"/>
                  </a:cubicBezTo>
                  <a:cubicBezTo>
                    <a:pt x="13759" y="3017"/>
                    <a:pt x="21043" y="0"/>
                    <a:pt x="28638" y="0"/>
                  </a:cubicBezTo>
                  <a:close/>
                </a:path>
              </a:pathLst>
            </a:custGeom>
            <a:solidFill>
              <a:srgbClr val="858789">
                <a:alpha val="40000"/>
              </a:srgbClr>
            </a:solidFill>
            <a:ln w="19050" cap="rnd">
              <a:solidFill>
                <a:srgbClr val="243342">
                  <a:alpha val="40000"/>
                </a:srgbClr>
              </a:solidFill>
              <a:prstDash val="solid"/>
              <a:round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3631194" cy="16408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2133600" y="1977004"/>
            <a:ext cx="9601200" cy="4744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31802" lvl="1" algn="l">
              <a:lnSpc>
                <a:spcPts val="3680"/>
              </a:lnSpc>
            </a:pPr>
            <a:r>
              <a:rPr lang="en-US" sz="4000" dirty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5</a:t>
            </a:r>
            <a:r>
              <a:rPr lang="en-US" sz="4000" dirty="0" smtClean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. Input </a:t>
            </a:r>
            <a:r>
              <a:rPr lang="en-US" sz="4000" dirty="0" err="1" smtClean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Checksheet</a:t>
            </a:r>
            <a:r>
              <a:rPr lang="en-US" sz="4000" dirty="0" smtClean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 (Start Up)</a:t>
            </a:r>
            <a:endParaRPr lang="en-US" sz="4000" dirty="0">
              <a:solidFill>
                <a:srgbClr val="243342"/>
              </a:solidFill>
              <a:latin typeface="Karnchang Bold"/>
              <a:ea typeface="Karnchang Bold"/>
              <a:cs typeface="Karnchang Bold"/>
              <a:sym typeface="Karnchang Bold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097" y="2777262"/>
            <a:ext cx="13506269" cy="6584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14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 rot="-7538080">
            <a:off x="-7029811" y="-5584933"/>
            <a:ext cx="9808447" cy="9331824"/>
            <a:chOff x="0" y="0"/>
            <a:chExt cx="13077930" cy="12442432"/>
          </a:xfrm>
        </p:grpSpPr>
        <p:grpSp>
          <p:nvGrpSpPr>
            <p:cNvPr id="6" name="Group 6"/>
            <p:cNvGrpSpPr/>
            <p:nvPr/>
          </p:nvGrpSpPr>
          <p:grpSpPr>
            <a:xfrm rot="2252144">
              <a:off x="1498251" y="1484738"/>
              <a:ext cx="7399579" cy="7432687"/>
              <a:chOff x="0" y="0"/>
              <a:chExt cx="2816645" cy="2829248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243342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2252144">
              <a:off x="2397493" y="3224228"/>
              <a:ext cx="7399579" cy="7432687"/>
              <a:chOff x="0" y="0"/>
              <a:chExt cx="2816645" cy="2829248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535659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 rot="2252144">
              <a:off x="4180100" y="3525007"/>
              <a:ext cx="7399579" cy="7432687"/>
              <a:chOff x="0" y="0"/>
              <a:chExt cx="2816645" cy="2829248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858789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5" name="Group 15"/>
          <p:cNvGrpSpPr/>
          <p:nvPr/>
        </p:nvGrpSpPr>
        <p:grpSpPr>
          <a:xfrm rot="2124477">
            <a:off x="15979122" y="5429903"/>
            <a:ext cx="9808447" cy="9331824"/>
            <a:chOff x="0" y="0"/>
            <a:chExt cx="13077930" cy="12442432"/>
          </a:xfrm>
        </p:grpSpPr>
        <p:grpSp>
          <p:nvGrpSpPr>
            <p:cNvPr id="16" name="Group 16"/>
            <p:cNvGrpSpPr/>
            <p:nvPr/>
          </p:nvGrpSpPr>
          <p:grpSpPr>
            <a:xfrm rot="2252144">
              <a:off x="1498251" y="1484738"/>
              <a:ext cx="7399579" cy="7432687"/>
              <a:chOff x="0" y="0"/>
              <a:chExt cx="2816645" cy="2829248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243342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2252144">
              <a:off x="2397493" y="3224228"/>
              <a:ext cx="7399579" cy="7432687"/>
              <a:chOff x="0" y="0"/>
              <a:chExt cx="2816645" cy="2829248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535659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 rot="2252144">
              <a:off x="4180100" y="3525007"/>
              <a:ext cx="7399579" cy="7432687"/>
              <a:chOff x="0" y="0"/>
              <a:chExt cx="2816645" cy="2829248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858789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25" name="TextBox 25"/>
          <p:cNvSpPr txBox="1"/>
          <p:nvPr/>
        </p:nvSpPr>
        <p:spPr>
          <a:xfrm>
            <a:off x="787067" y="904875"/>
            <a:ext cx="4965257" cy="1107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80"/>
              </a:lnSpc>
            </a:pPr>
            <a:r>
              <a:rPr lang="en-US" sz="6500" dirty="0" err="1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Fitur</a:t>
            </a:r>
            <a:endParaRPr lang="en-US" sz="6500" dirty="0">
              <a:solidFill>
                <a:srgbClr val="243342"/>
              </a:solidFill>
              <a:latin typeface="Karnchang Bold"/>
              <a:ea typeface="Karnchang Bold"/>
              <a:cs typeface="Karnchang Bold"/>
              <a:sym typeface="Karnchang Bold"/>
            </a:endParaRPr>
          </a:p>
        </p:txBody>
      </p:sp>
      <p:grpSp>
        <p:nvGrpSpPr>
          <p:cNvPr id="26" name="Group 26"/>
          <p:cNvGrpSpPr/>
          <p:nvPr/>
        </p:nvGrpSpPr>
        <p:grpSpPr>
          <a:xfrm>
            <a:off x="15665503" y="317552"/>
            <a:ext cx="2042119" cy="650325"/>
            <a:chOff x="0" y="0"/>
            <a:chExt cx="537842" cy="17127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37842" cy="171279"/>
            </a:xfrm>
            <a:custGeom>
              <a:avLst/>
              <a:gdLst/>
              <a:ahLst/>
              <a:cxnLst/>
              <a:rect l="l" t="t" r="r" b="b"/>
              <a:pathLst>
                <a:path w="537842" h="171279">
                  <a:moveTo>
                    <a:pt x="53076" y="0"/>
                  </a:moveTo>
                  <a:lnTo>
                    <a:pt x="484766" y="0"/>
                  </a:lnTo>
                  <a:cubicBezTo>
                    <a:pt x="514079" y="0"/>
                    <a:pt x="537842" y="23763"/>
                    <a:pt x="537842" y="53076"/>
                  </a:cubicBezTo>
                  <a:lnTo>
                    <a:pt x="537842" y="118203"/>
                  </a:lnTo>
                  <a:cubicBezTo>
                    <a:pt x="537842" y="132280"/>
                    <a:pt x="532250" y="145780"/>
                    <a:pt x="522296" y="155734"/>
                  </a:cubicBezTo>
                  <a:cubicBezTo>
                    <a:pt x="512343" y="165687"/>
                    <a:pt x="498843" y="171279"/>
                    <a:pt x="484766" y="171279"/>
                  </a:cubicBezTo>
                  <a:lnTo>
                    <a:pt x="53076" y="171279"/>
                  </a:lnTo>
                  <a:cubicBezTo>
                    <a:pt x="38999" y="171279"/>
                    <a:pt x="25499" y="165687"/>
                    <a:pt x="15546" y="155734"/>
                  </a:cubicBezTo>
                  <a:cubicBezTo>
                    <a:pt x="5592" y="145780"/>
                    <a:pt x="0" y="132280"/>
                    <a:pt x="0" y="118203"/>
                  </a:cubicBezTo>
                  <a:lnTo>
                    <a:pt x="0" y="53076"/>
                  </a:lnTo>
                  <a:cubicBezTo>
                    <a:pt x="0" y="38999"/>
                    <a:pt x="5592" y="25499"/>
                    <a:pt x="15546" y="15546"/>
                  </a:cubicBezTo>
                  <a:cubicBezTo>
                    <a:pt x="25499" y="5592"/>
                    <a:pt x="38999" y="0"/>
                    <a:pt x="53076" y="0"/>
                  </a:cubicBezTo>
                  <a:close/>
                </a:path>
              </a:pathLst>
            </a:custGeom>
            <a:solidFill>
              <a:srgbClr val="535659"/>
            </a:solidFill>
            <a:ln w="19050" cap="sq">
              <a:solidFill>
                <a:srgbClr val="243342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537842" cy="2093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5621459" y="349050"/>
            <a:ext cx="2168307" cy="341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spc="120" dirty="0" err="1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Halaman</a:t>
            </a:r>
            <a:r>
              <a:rPr lang="en-US" sz="2000" spc="120" dirty="0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 </a:t>
            </a:r>
            <a:r>
              <a:rPr lang="en-US" sz="2000" spc="120" dirty="0" smtClean="0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11</a:t>
            </a:r>
            <a:endParaRPr lang="en-US" sz="2000" spc="120" dirty="0">
              <a:solidFill>
                <a:srgbClr val="FFFFFF"/>
              </a:solidFill>
              <a:latin typeface="Karnchang"/>
              <a:ea typeface="Karnchang"/>
              <a:cs typeface="Karnchang"/>
              <a:sym typeface="Karnchang"/>
            </a:endParaRPr>
          </a:p>
        </p:txBody>
      </p:sp>
      <p:grpSp>
        <p:nvGrpSpPr>
          <p:cNvPr id="30" name="Group 30"/>
          <p:cNvGrpSpPr/>
          <p:nvPr/>
        </p:nvGrpSpPr>
        <p:grpSpPr>
          <a:xfrm>
            <a:off x="2319867" y="2602315"/>
            <a:ext cx="13810465" cy="6934200"/>
            <a:chOff x="0" y="0"/>
            <a:chExt cx="3631194" cy="1602754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3631194" cy="1602754"/>
            </a:xfrm>
            <a:custGeom>
              <a:avLst/>
              <a:gdLst/>
              <a:ahLst/>
              <a:cxnLst/>
              <a:rect l="l" t="t" r="r" b="b"/>
              <a:pathLst>
                <a:path w="3631194" h="1602754">
                  <a:moveTo>
                    <a:pt x="28638" y="0"/>
                  </a:moveTo>
                  <a:lnTo>
                    <a:pt x="3602556" y="0"/>
                  </a:lnTo>
                  <a:cubicBezTo>
                    <a:pt x="3618373" y="0"/>
                    <a:pt x="3631194" y="12822"/>
                    <a:pt x="3631194" y="28638"/>
                  </a:cubicBezTo>
                  <a:lnTo>
                    <a:pt x="3631194" y="1574116"/>
                  </a:lnTo>
                  <a:cubicBezTo>
                    <a:pt x="3631194" y="1581711"/>
                    <a:pt x="3628177" y="1588995"/>
                    <a:pt x="3622806" y="1594366"/>
                  </a:cubicBezTo>
                  <a:cubicBezTo>
                    <a:pt x="3617436" y="1599737"/>
                    <a:pt x="3610151" y="1602754"/>
                    <a:pt x="3602556" y="1602754"/>
                  </a:cubicBezTo>
                  <a:lnTo>
                    <a:pt x="28638" y="1602754"/>
                  </a:lnTo>
                  <a:cubicBezTo>
                    <a:pt x="21043" y="1602754"/>
                    <a:pt x="13759" y="1599737"/>
                    <a:pt x="8388" y="1594366"/>
                  </a:cubicBezTo>
                  <a:cubicBezTo>
                    <a:pt x="3017" y="1588995"/>
                    <a:pt x="0" y="1581711"/>
                    <a:pt x="0" y="1574116"/>
                  </a:cubicBezTo>
                  <a:lnTo>
                    <a:pt x="0" y="28638"/>
                  </a:lnTo>
                  <a:cubicBezTo>
                    <a:pt x="0" y="21043"/>
                    <a:pt x="3017" y="13759"/>
                    <a:pt x="8388" y="8388"/>
                  </a:cubicBezTo>
                  <a:cubicBezTo>
                    <a:pt x="13759" y="3017"/>
                    <a:pt x="21043" y="0"/>
                    <a:pt x="28638" y="0"/>
                  </a:cubicBezTo>
                  <a:close/>
                </a:path>
              </a:pathLst>
            </a:custGeom>
            <a:solidFill>
              <a:srgbClr val="858789">
                <a:alpha val="40000"/>
              </a:srgbClr>
            </a:solidFill>
            <a:ln w="19050" cap="rnd">
              <a:solidFill>
                <a:srgbClr val="243342">
                  <a:alpha val="40000"/>
                </a:srgbClr>
              </a:solidFill>
              <a:prstDash val="solid"/>
              <a:round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3631194" cy="16408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2133600" y="1977004"/>
            <a:ext cx="6867586" cy="499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2" lvl="1" algn="l">
              <a:lnSpc>
                <a:spcPts val="3680"/>
              </a:lnSpc>
            </a:pPr>
            <a:r>
              <a:rPr lang="en-US" sz="4000" dirty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6</a:t>
            </a:r>
            <a:r>
              <a:rPr lang="en-US" sz="4000" dirty="0" smtClean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. Lot Pending History</a:t>
            </a:r>
            <a:endParaRPr lang="en-US" sz="4000" dirty="0">
              <a:solidFill>
                <a:srgbClr val="243342"/>
              </a:solidFill>
              <a:latin typeface="Karnchang Bold"/>
              <a:ea typeface="Karnchang Bold"/>
              <a:cs typeface="Karnchang Bold"/>
              <a:sym typeface="Karnchang Bold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8900" y="2822374"/>
            <a:ext cx="13564663" cy="649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6801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 rot="-7538080">
            <a:off x="-7029811" y="-5584933"/>
            <a:ext cx="9808447" cy="9331824"/>
            <a:chOff x="0" y="0"/>
            <a:chExt cx="13077930" cy="12442432"/>
          </a:xfrm>
        </p:grpSpPr>
        <p:grpSp>
          <p:nvGrpSpPr>
            <p:cNvPr id="6" name="Group 6"/>
            <p:cNvGrpSpPr/>
            <p:nvPr/>
          </p:nvGrpSpPr>
          <p:grpSpPr>
            <a:xfrm rot="2252144">
              <a:off x="1498251" y="1484738"/>
              <a:ext cx="7399579" cy="7432687"/>
              <a:chOff x="0" y="0"/>
              <a:chExt cx="2816645" cy="2829248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243342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2252144">
              <a:off x="2397493" y="3224228"/>
              <a:ext cx="7399579" cy="7432687"/>
              <a:chOff x="0" y="0"/>
              <a:chExt cx="2816645" cy="2829248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535659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 rot="2252144">
              <a:off x="4180100" y="3525007"/>
              <a:ext cx="7399579" cy="7432687"/>
              <a:chOff x="0" y="0"/>
              <a:chExt cx="2816645" cy="2829248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858789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5" name="Group 15"/>
          <p:cNvGrpSpPr/>
          <p:nvPr/>
        </p:nvGrpSpPr>
        <p:grpSpPr>
          <a:xfrm rot="2124477">
            <a:off x="15979122" y="5429903"/>
            <a:ext cx="9808447" cy="9331824"/>
            <a:chOff x="0" y="0"/>
            <a:chExt cx="13077930" cy="12442432"/>
          </a:xfrm>
        </p:grpSpPr>
        <p:grpSp>
          <p:nvGrpSpPr>
            <p:cNvPr id="16" name="Group 16"/>
            <p:cNvGrpSpPr/>
            <p:nvPr/>
          </p:nvGrpSpPr>
          <p:grpSpPr>
            <a:xfrm rot="2252144">
              <a:off x="1498251" y="1484738"/>
              <a:ext cx="7399579" cy="7432687"/>
              <a:chOff x="0" y="0"/>
              <a:chExt cx="2816645" cy="2829248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243342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2252144">
              <a:off x="2397493" y="3224228"/>
              <a:ext cx="7399579" cy="7432687"/>
              <a:chOff x="0" y="0"/>
              <a:chExt cx="2816645" cy="2829248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535659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 rot="2252144">
              <a:off x="4180100" y="3525007"/>
              <a:ext cx="7399579" cy="7432687"/>
              <a:chOff x="0" y="0"/>
              <a:chExt cx="2816645" cy="2829248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858789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25" name="TextBox 25"/>
          <p:cNvSpPr txBox="1"/>
          <p:nvPr/>
        </p:nvSpPr>
        <p:spPr>
          <a:xfrm>
            <a:off x="787067" y="904875"/>
            <a:ext cx="4965257" cy="1107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80"/>
              </a:lnSpc>
            </a:pPr>
            <a:r>
              <a:rPr lang="en-US" sz="6500" dirty="0" err="1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Fitur</a:t>
            </a:r>
            <a:endParaRPr lang="en-US" sz="6500" dirty="0">
              <a:solidFill>
                <a:srgbClr val="243342"/>
              </a:solidFill>
              <a:latin typeface="Karnchang Bold"/>
              <a:ea typeface="Karnchang Bold"/>
              <a:cs typeface="Karnchang Bold"/>
              <a:sym typeface="Karnchang Bold"/>
            </a:endParaRPr>
          </a:p>
        </p:txBody>
      </p:sp>
      <p:grpSp>
        <p:nvGrpSpPr>
          <p:cNvPr id="26" name="Group 26"/>
          <p:cNvGrpSpPr/>
          <p:nvPr/>
        </p:nvGrpSpPr>
        <p:grpSpPr>
          <a:xfrm>
            <a:off x="15665503" y="317552"/>
            <a:ext cx="2042119" cy="650325"/>
            <a:chOff x="0" y="0"/>
            <a:chExt cx="537842" cy="17127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37842" cy="171279"/>
            </a:xfrm>
            <a:custGeom>
              <a:avLst/>
              <a:gdLst/>
              <a:ahLst/>
              <a:cxnLst/>
              <a:rect l="l" t="t" r="r" b="b"/>
              <a:pathLst>
                <a:path w="537842" h="171279">
                  <a:moveTo>
                    <a:pt x="53076" y="0"/>
                  </a:moveTo>
                  <a:lnTo>
                    <a:pt x="484766" y="0"/>
                  </a:lnTo>
                  <a:cubicBezTo>
                    <a:pt x="514079" y="0"/>
                    <a:pt x="537842" y="23763"/>
                    <a:pt x="537842" y="53076"/>
                  </a:cubicBezTo>
                  <a:lnTo>
                    <a:pt x="537842" y="118203"/>
                  </a:lnTo>
                  <a:cubicBezTo>
                    <a:pt x="537842" y="132280"/>
                    <a:pt x="532250" y="145780"/>
                    <a:pt x="522296" y="155734"/>
                  </a:cubicBezTo>
                  <a:cubicBezTo>
                    <a:pt x="512343" y="165687"/>
                    <a:pt x="498843" y="171279"/>
                    <a:pt x="484766" y="171279"/>
                  </a:cubicBezTo>
                  <a:lnTo>
                    <a:pt x="53076" y="171279"/>
                  </a:lnTo>
                  <a:cubicBezTo>
                    <a:pt x="38999" y="171279"/>
                    <a:pt x="25499" y="165687"/>
                    <a:pt x="15546" y="155734"/>
                  </a:cubicBezTo>
                  <a:cubicBezTo>
                    <a:pt x="5592" y="145780"/>
                    <a:pt x="0" y="132280"/>
                    <a:pt x="0" y="118203"/>
                  </a:cubicBezTo>
                  <a:lnTo>
                    <a:pt x="0" y="53076"/>
                  </a:lnTo>
                  <a:cubicBezTo>
                    <a:pt x="0" y="38999"/>
                    <a:pt x="5592" y="25499"/>
                    <a:pt x="15546" y="15546"/>
                  </a:cubicBezTo>
                  <a:cubicBezTo>
                    <a:pt x="25499" y="5592"/>
                    <a:pt x="38999" y="0"/>
                    <a:pt x="53076" y="0"/>
                  </a:cubicBezTo>
                  <a:close/>
                </a:path>
              </a:pathLst>
            </a:custGeom>
            <a:solidFill>
              <a:srgbClr val="535659"/>
            </a:solidFill>
            <a:ln w="19050" cap="sq">
              <a:solidFill>
                <a:srgbClr val="243342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537842" cy="2093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5621459" y="349050"/>
            <a:ext cx="2168307" cy="341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spc="120" dirty="0" err="1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Halaman</a:t>
            </a:r>
            <a:r>
              <a:rPr lang="en-US" sz="2000" spc="120" dirty="0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 </a:t>
            </a:r>
            <a:r>
              <a:rPr lang="en-US" sz="2000" spc="120" dirty="0" smtClean="0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12</a:t>
            </a:r>
            <a:endParaRPr lang="en-US" sz="2000" spc="120" dirty="0">
              <a:solidFill>
                <a:srgbClr val="FFFFFF"/>
              </a:solidFill>
              <a:latin typeface="Karnchang"/>
              <a:ea typeface="Karnchang"/>
              <a:cs typeface="Karnchang"/>
              <a:sym typeface="Karnchang"/>
            </a:endParaRPr>
          </a:p>
        </p:txBody>
      </p:sp>
      <p:grpSp>
        <p:nvGrpSpPr>
          <p:cNvPr id="30" name="Group 30"/>
          <p:cNvGrpSpPr/>
          <p:nvPr/>
        </p:nvGrpSpPr>
        <p:grpSpPr>
          <a:xfrm>
            <a:off x="2286000" y="2575730"/>
            <a:ext cx="14222853" cy="6987370"/>
            <a:chOff x="0" y="0"/>
            <a:chExt cx="3631194" cy="1602754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3631194" cy="1602754"/>
            </a:xfrm>
            <a:custGeom>
              <a:avLst/>
              <a:gdLst/>
              <a:ahLst/>
              <a:cxnLst/>
              <a:rect l="l" t="t" r="r" b="b"/>
              <a:pathLst>
                <a:path w="3631194" h="1602754">
                  <a:moveTo>
                    <a:pt x="28638" y="0"/>
                  </a:moveTo>
                  <a:lnTo>
                    <a:pt x="3602556" y="0"/>
                  </a:lnTo>
                  <a:cubicBezTo>
                    <a:pt x="3618373" y="0"/>
                    <a:pt x="3631194" y="12822"/>
                    <a:pt x="3631194" y="28638"/>
                  </a:cubicBezTo>
                  <a:lnTo>
                    <a:pt x="3631194" y="1574116"/>
                  </a:lnTo>
                  <a:cubicBezTo>
                    <a:pt x="3631194" y="1581711"/>
                    <a:pt x="3628177" y="1588995"/>
                    <a:pt x="3622806" y="1594366"/>
                  </a:cubicBezTo>
                  <a:cubicBezTo>
                    <a:pt x="3617436" y="1599737"/>
                    <a:pt x="3610151" y="1602754"/>
                    <a:pt x="3602556" y="1602754"/>
                  </a:cubicBezTo>
                  <a:lnTo>
                    <a:pt x="28638" y="1602754"/>
                  </a:lnTo>
                  <a:cubicBezTo>
                    <a:pt x="21043" y="1602754"/>
                    <a:pt x="13759" y="1599737"/>
                    <a:pt x="8388" y="1594366"/>
                  </a:cubicBezTo>
                  <a:cubicBezTo>
                    <a:pt x="3017" y="1588995"/>
                    <a:pt x="0" y="1581711"/>
                    <a:pt x="0" y="1574116"/>
                  </a:cubicBezTo>
                  <a:lnTo>
                    <a:pt x="0" y="28638"/>
                  </a:lnTo>
                  <a:cubicBezTo>
                    <a:pt x="0" y="21043"/>
                    <a:pt x="3017" y="13759"/>
                    <a:pt x="8388" y="8388"/>
                  </a:cubicBezTo>
                  <a:cubicBezTo>
                    <a:pt x="13759" y="3017"/>
                    <a:pt x="21043" y="0"/>
                    <a:pt x="28638" y="0"/>
                  </a:cubicBezTo>
                  <a:close/>
                </a:path>
              </a:pathLst>
            </a:custGeom>
            <a:solidFill>
              <a:srgbClr val="858789">
                <a:alpha val="40000"/>
              </a:srgbClr>
            </a:solidFill>
            <a:ln w="19050" cap="rnd">
              <a:solidFill>
                <a:srgbClr val="243342">
                  <a:alpha val="40000"/>
                </a:srgbClr>
              </a:solidFill>
              <a:prstDash val="solid"/>
              <a:round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3631194" cy="16408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2133600" y="1977004"/>
            <a:ext cx="7848600" cy="4744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31802" lvl="1" algn="l">
              <a:lnSpc>
                <a:spcPts val="3680"/>
              </a:lnSpc>
            </a:pPr>
            <a:r>
              <a:rPr lang="en-US" sz="4000" dirty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7</a:t>
            </a:r>
            <a:r>
              <a:rPr lang="en-US" sz="4000" dirty="0" smtClean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. Input </a:t>
            </a:r>
            <a:r>
              <a:rPr lang="en-US" sz="4000" dirty="0" err="1" smtClean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Checksheet</a:t>
            </a:r>
            <a:r>
              <a:rPr lang="en-US" sz="4000" dirty="0" smtClean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 Complete </a:t>
            </a:r>
            <a:endParaRPr lang="en-US" sz="4000" dirty="0">
              <a:solidFill>
                <a:srgbClr val="243342"/>
              </a:solidFill>
              <a:latin typeface="Karnchang Bold"/>
              <a:ea typeface="Karnchang Bold"/>
              <a:cs typeface="Karnchang Bold"/>
              <a:sym typeface="Karnchang Bold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8547" y="2713758"/>
            <a:ext cx="13837758" cy="6711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449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 rot="-7538080">
            <a:off x="-7029811" y="-5584933"/>
            <a:ext cx="9808447" cy="9331824"/>
            <a:chOff x="0" y="0"/>
            <a:chExt cx="13077930" cy="12442432"/>
          </a:xfrm>
        </p:grpSpPr>
        <p:grpSp>
          <p:nvGrpSpPr>
            <p:cNvPr id="6" name="Group 6"/>
            <p:cNvGrpSpPr/>
            <p:nvPr/>
          </p:nvGrpSpPr>
          <p:grpSpPr>
            <a:xfrm rot="2252144">
              <a:off x="1498251" y="1484738"/>
              <a:ext cx="7399579" cy="7432687"/>
              <a:chOff x="0" y="0"/>
              <a:chExt cx="2816645" cy="2829248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243342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2252144">
              <a:off x="2397493" y="3224228"/>
              <a:ext cx="7399579" cy="7432687"/>
              <a:chOff x="0" y="0"/>
              <a:chExt cx="2816645" cy="2829248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535659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 rot="2252144">
              <a:off x="4180100" y="3525007"/>
              <a:ext cx="7399579" cy="7432687"/>
              <a:chOff x="0" y="0"/>
              <a:chExt cx="2816645" cy="2829248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858789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5" name="Group 15"/>
          <p:cNvGrpSpPr/>
          <p:nvPr/>
        </p:nvGrpSpPr>
        <p:grpSpPr>
          <a:xfrm rot="2124477">
            <a:off x="15979122" y="5429903"/>
            <a:ext cx="9808447" cy="9331824"/>
            <a:chOff x="0" y="0"/>
            <a:chExt cx="13077930" cy="12442432"/>
          </a:xfrm>
        </p:grpSpPr>
        <p:grpSp>
          <p:nvGrpSpPr>
            <p:cNvPr id="16" name="Group 16"/>
            <p:cNvGrpSpPr/>
            <p:nvPr/>
          </p:nvGrpSpPr>
          <p:grpSpPr>
            <a:xfrm rot="2252144">
              <a:off x="1498251" y="1484738"/>
              <a:ext cx="7399579" cy="7432687"/>
              <a:chOff x="0" y="0"/>
              <a:chExt cx="2816645" cy="2829248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243342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2252144">
              <a:off x="2397493" y="3224228"/>
              <a:ext cx="7399579" cy="7432687"/>
              <a:chOff x="0" y="0"/>
              <a:chExt cx="2816645" cy="2829248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535659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 rot="2252144">
              <a:off x="4180100" y="3525007"/>
              <a:ext cx="7399579" cy="7432687"/>
              <a:chOff x="0" y="0"/>
              <a:chExt cx="2816645" cy="2829248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858789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25" name="TextBox 25"/>
          <p:cNvSpPr txBox="1"/>
          <p:nvPr/>
        </p:nvSpPr>
        <p:spPr>
          <a:xfrm>
            <a:off x="787067" y="904875"/>
            <a:ext cx="4965257" cy="1107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80"/>
              </a:lnSpc>
            </a:pPr>
            <a:r>
              <a:rPr lang="en-US" sz="6500" dirty="0" err="1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Fitur</a:t>
            </a:r>
            <a:endParaRPr lang="en-US" sz="6500" dirty="0">
              <a:solidFill>
                <a:srgbClr val="243342"/>
              </a:solidFill>
              <a:latin typeface="Karnchang Bold"/>
              <a:ea typeface="Karnchang Bold"/>
              <a:cs typeface="Karnchang Bold"/>
              <a:sym typeface="Karnchang Bold"/>
            </a:endParaRPr>
          </a:p>
        </p:txBody>
      </p:sp>
      <p:grpSp>
        <p:nvGrpSpPr>
          <p:cNvPr id="26" name="Group 26"/>
          <p:cNvGrpSpPr/>
          <p:nvPr/>
        </p:nvGrpSpPr>
        <p:grpSpPr>
          <a:xfrm>
            <a:off x="15665503" y="317552"/>
            <a:ext cx="2042119" cy="650325"/>
            <a:chOff x="0" y="0"/>
            <a:chExt cx="537842" cy="17127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37842" cy="171279"/>
            </a:xfrm>
            <a:custGeom>
              <a:avLst/>
              <a:gdLst/>
              <a:ahLst/>
              <a:cxnLst/>
              <a:rect l="l" t="t" r="r" b="b"/>
              <a:pathLst>
                <a:path w="537842" h="171279">
                  <a:moveTo>
                    <a:pt x="53076" y="0"/>
                  </a:moveTo>
                  <a:lnTo>
                    <a:pt x="484766" y="0"/>
                  </a:lnTo>
                  <a:cubicBezTo>
                    <a:pt x="514079" y="0"/>
                    <a:pt x="537842" y="23763"/>
                    <a:pt x="537842" y="53076"/>
                  </a:cubicBezTo>
                  <a:lnTo>
                    <a:pt x="537842" y="118203"/>
                  </a:lnTo>
                  <a:cubicBezTo>
                    <a:pt x="537842" y="132280"/>
                    <a:pt x="532250" y="145780"/>
                    <a:pt x="522296" y="155734"/>
                  </a:cubicBezTo>
                  <a:cubicBezTo>
                    <a:pt x="512343" y="165687"/>
                    <a:pt x="498843" y="171279"/>
                    <a:pt x="484766" y="171279"/>
                  </a:cubicBezTo>
                  <a:lnTo>
                    <a:pt x="53076" y="171279"/>
                  </a:lnTo>
                  <a:cubicBezTo>
                    <a:pt x="38999" y="171279"/>
                    <a:pt x="25499" y="165687"/>
                    <a:pt x="15546" y="155734"/>
                  </a:cubicBezTo>
                  <a:cubicBezTo>
                    <a:pt x="5592" y="145780"/>
                    <a:pt x="0" y="132280"/>
                    <a:pt x="0" y="118203"/>
                  </a:cubicBezTo>
                  <a:lnTo>
                    <a:pt x="0" y="53076"/>
                  </a:lnTo>
                  <a:cubicBezTo>
                    <a:pt x="0" y="38999"/>
                    <a:pt x="5592" y="25499"/>
                    <a:pt x="15546" y="15546"/>
                  </a:cubicBezTo>
                  <a:cubicBezTo>
                    <a:pt x="25499" y="5592"/>
                    <a:pt x="38999" y="0"/>
                    <a:pt x="53076" y="0"/>
                  </a:cubicBezTo>
                  <a:close/>
                </a:path>
              </a:pathLst>
            </a:custGeom>
            <a:solidFill>
              <a:srgbClr val="535659"/>
            </a:solidFill>
            <a:ln w="19050" cap="sq">
              <a:solidFill>
                <a:srgbClr val="243342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537842" cy="2093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5621459" y="349050"/>
            <a:ext cx="2168307" cy="341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spc="120" dirty="0" err="1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Halaman</a:t>
            </a:r>
            <a:r>
              <a:rPr lang="en-US" sz="2000" spc="120" dirty="0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 </a:t>
            </a:r>
            <a:r>
              <a:rPr lang="en-US" sz="2000" spc="120" dirty="0" smtClean="0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13</a:t>
            </a:r>
            <a:endParaRPr lang="en-US" sz="2000" spc="120" dirty="0">
              <a:solidFill>
                <a:srgbClr val="FFFFFF"/>
              </a:solidFill>
              <a:latin typeface="Karnchang"/>
              <a:ea typeface="Karnchang"/>
              <a:cs typeface="Karnchang"/>
              <a:sym typeface="Karnchang"/>
            </a:endParaRPr>
          </a:p>
        </p:txBody>
      </p:sp>
      <p:grpSp>
        <p:nvGrpSpPr>
          <p:cNvPr id="30" name="Group 30"/>
          <p:cNvGrpSpPr/>
          <p:nvPr/>
        </p:nvGrpSpPr>
        <p:grpSpPr>
          <a:xfrm>
            <a:off x="2175932" y="2705100"/>
            <a:ext cx="14222853" cy="7162800"/>
            <a:chOff x="0" y="0"/>
            <a:chExt cx="3631194" cy="1602754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3631194" cy="1602754"/>
            </a:xfrm>
            <a:custGeom>
              <a:avLst/>
              <a:gdLst/>
              <a:ahLst/>
              <a:cxnLst/>
              <a:rect l="l" t="t" r="r" b="b"/>
              <a:pathLst>
                <a:path w="3631194" h="1602754">
                  <a:moveTo>
                    <a:pt x="28638" y="0"/>
                  </a:moveTo>
                  <a:lnTo>
                    <a:pt x="3602556" y="0"/>
                  </a:lnTo>
                  <a:cubicBezTo>
                    <a:pt x="3618373" y="0"/>
                    <a:pt x="3631194" y="12822"/>
                    <a:pt x="3631194" y="28638"/>
                  </a:cubicBezTo>
                  <a:lnTo>
                    <a:pt x="3631194" y="1574116"/>
                  </a:lnTo>
                  <a:cubicBezTo>
                    <a:pt x="3631194" y="1581711"/>
                    <a:pt x="3628177" y="1588995"/>
                    <a:pt x="3622806" y="1594366"/>
                  </a:cubicBezTo>
                  <a:cubicBezTo>
                    <a:pt x="3617436" y="1599737"/>
                    <a:pt x="3610151" y="1602754"/>
                    <a:pt x="3602556" y="1602754"/>
                  </a:cubicBezTo>
                  <a:lnTo>
                    <a:pt x="28638" y="1602754"/>
                  </a:lnTo>
                  <a:cubicBezTo>
                    <a:pt x="21043" y="1602754"/>
                    <a:pt x="13759" y="1599737"/>
                    <a:pt x="8388" y="1594366"/>
                  </a:cubicBezTo>
                  <a:cubicBezTo>
                    <a:pt x="3017" y="1588995"/>
                    <a:pt x="0" y="1581711"/>
                    <a:pt x="0" y="1574116"/>
                  </a:cubicBezTo>
                  <a:lnTo>
                    <a:pt x="0" y="28638"/>
                  </a:lnTo>
                  <a:cubicBezTo>
                    <a:pt x="0" y="21043"/>
                    <a:pt x="3017" y="13759"/>
                    <a:pt x="8388" y="8388"/>
                  </a:cubicBezTo>
                  <a:cubicBezTo>
                    <a:pt x="13759" y="3017"/>
                    <a:pt x="21043" y="0"/>
                    <a:pt x="28638" y="0"/>
                  </a:cubicBezTo>
                  <a:close/>
                </a:path>
              </a:pathLst>
            </a:custGeom>
            <a:solidFill>
              <a:srgbClr val="858789">
                <a:alpha val="40000"/>
              </a:srgbClr>
            </a:solidFill>
            <a:ln w="19050" cap="rnd">
              <a:solidFill>
                <a:srgbClr val="243342">
                  <a:alpha val="40000"/>
                </a:srgbClr>
              </a:solidFill>
              <a:prstDash val="solid"/>
              <a:round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3631194" cy="16408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2133600" y="1977004"/>
            <a:ext cx="7848600" cy="4994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31802" lvl="1" algn="l">
              <a:lnSpc>
                <a:spcPts val="3680"/>
              </a:lnSpc>
            </a:pPr>
            <a:r>
              <a:rPr lang="en-US" sz="4000" dirty="0" smtClean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8. Approval</a:t>
            </a:r>
            <a:endParaRPr lang="en-US" sz="4000" dirty="0">
              <a:solidFill>
                <a:srgbClr val="243342"/>
              </a:solidFill>
              <a:latin typeface="Karnchang Bold"/>
              <a:ea typeface="Karnchang Bold"/>
              <a:cs typeface="Karnchang Bold"/>
              <a:sym typeface="Karnchang Bold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2303" y="2910083"/>
            <a:ext cx="14050110" cy="6752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26314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 rot="-7538080">
            <a:off x="-7029811" y="-5584933"/>
            <a:ext cx="9808447" cy="9331824"/>
            <a:chOff x="0" y="0"/>
            <a:chExt cx="13077930" cy="12442432"/>
          </a:xfrm>
        </p:grpSpPr>
        <p:grpSp>
          <p:nvGrpSpPr>
            <p:cNvPr id="6" name="Group 6"/>
            <p:cNvGrpSpPr/>
            <p:nvPr/>
          </p:nvGrpSpPr>
          <p:grpSpPr>
            <a:xfrm rot="2252144">
              <a:off x="1498251" y="1484738"/>
              <a:ext cx="7399579" cy="7432687"/>
              <a:chOff x="0" y="0"/>
              <a:chExt cx="2816645" cy="2829248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243342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2252144">
              <a:off x="2397493" y="3224228"/>
              <a:ext cx="7399579" cy="7432687"/>
              <a:chOff x="0" y="0"/>
              <a:chExt cx="2816645" cy="2829248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535659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 rot="2252144">
              <a:off x="4180100" y="3525007"/>
              <a:ext cx="7399579" cy="7432687"/>
              <a:chOff x="0" y="0"/>
              <a:chExt cx="2816645" cy="2829248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858789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5" name="Group 15"/>
          <p:cNvGrpSpPr/>
          <p:nvPr/>
        </p:nvGrpSpPr>
        <p:grpSpPr>
          <a:xfrm rot="2124477">
            <a:off x="15979122" y="5429903"/>
            <a:ext cx="9808447" cy="9331824"/>
            <a:chOff x="0" y="0"/>
            <a:chExt cx="13077930" cy="12442432"/>
          </a:xfrm>
        </p:grpSpPr>
        <p:grpSp>
          <p:nvGrpSpPr>
            <p:cNvPr id="16" name="Group 16"/>
            <p:cNvGrpSpPr/>
            <p:nvPr/>
          </p:nvGrpSpPr>
          <p:grpSpPr>
            <a:xfrm rot="2252144">
              <a:off x="1498251" y="1484738"/>
              <a:ext cx="7399579" cy="7432687"/>
              <a:chOff x="0" y="0"/>
              <a:chExt cx="2816645" cy="2829248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243342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2252144">
              <a:off x="2397493" y="3224228"/>
              <a:ext cx="7399579" cy="7432687"/>
              <a:chOff x="0" y="0"/>
              <a:chExt cx="2816645" cy="2829248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535659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 rot="2252144">
              <a:off x="4180100" y="3525007"/>
              <a:ext cx="7399579" cy="7432687"/>
              <a:chOff x="0" y="0"/>
              <a:chExt cx="2816645" cy="2829248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858789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25" name="TextBox 25"/>
          <p:cNvSpPr txBox="1"/>
          <p:nvPr/>
        </p:nvSpPr>
        <p:spPr>
          <a:xfrm>
            <a:off x="787067" y="904875"/>
            <a:ext cx="4965257" cy="1107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80"/>
              </a:lnSpc>
            </a:pPr>
            <a:r>
              <a:rPr lang="en-US" sz="6500" dirty="0" err="1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Fitur</a:t>
            </a:r>
            <a:endParaRPr lang="en-US" sz="6500" dirty="0">
              <a:solidFill>
                <a:srgbClr val="243342"/>
              </a:solidFill>
              <a:latin typeface="Karnchang Bold"/>
              <a:ea typeface="Karnchang Bold"/>
              <a:cs typeface="Karnchang Bold"/>
              <a:sym typeface="Karnchang Bold"/>
            </a:endParaRPr>
          </a:p>
        </p:txBody>
      </p:sp>
      <p:grpSp>
        <p:nvGrpSpPr>
          <p:cNvPr id="26" name="Group 26"/>
          <p:cNvGrpSpPr/>
          <p:nvPr/>
        </p:nvGrpSpPr>
        <p:grpSpPr>
          <a:xfrm>
            <a:off x="15665503" y="317552"/>
            <a:ext cx="2042119" cy="650325"/>
            <a:chOff x="0" y="0"/>
            <a:chExt cx="537842" cy="17127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37842" cy="171279"/>
            </a:xfrm>
            <a:custGeom>
              <a:avLst/>
              <a:gdLst/>
              <a:ahLst/>
              <a:cxnLst/>
              <a:rect l="l" t="t" r="r" b="b"/>
              <a:pathLst>
                <a:path w="537842" h="171279">
                  <a:moveTo>
                    <a:pt x="53076" y="0"/>
                  </a:moveTo>
                  <a:lnTo>
                    <a:pt x="484766" y="0"/>
                  </a:lnTo>
                  <a:cubicBezTo>
                    <a:pt x="514079" y="0"/>
                    <a:pt x="537842" y="23763"/>
                    <a:pt x="537842" y="53076"/>
                  </a:cubicBezTo>
                  <a:lnTo>
                    <a:pt x="537842" y="118203"/>
                  </a:lnTo>
                  <a:cubicBezTo>
                    <a:pt x="537842" y="132280"/>
                    <a:pt x="532250" y="145780"/>
                    <a:pt x="522296" y="155734"/>
                  </a:cubicBezTo>
                  <a:cubicBezTo>
                    <a:pt x="512343" y="165687"/>
                    <a:pt x="498843" y="171279"/>
                    <a:pt x="484766" y="171279"/>
                  </a:cubicBezTo>
                  <a:lnTo>
                    <a:pt x="53076" y="171279"/>
                  </a:lnTo>
                  <a:cubicBezTo>
                    <a:pt x="38999" y="171279"/>
                    <a:pt x="25499" y="165687"/>
                    <a:pt x="15546" y="155734"/>
                  </a:cubicBezTo>
                  <a:cubicBezTo>
                    <a:pt x="5592" y="145780"/>
                    <a:pt x="0" y="132280"/>
                    <a:pt x="0" y="118203"/>
                  </a:cubicBezTo>
                  <a:lnTo>
                    <a:pt x="0" y="53076"/>
                  </a:lnTo>
                  <a:cubicBezTo>
                    <a:pt x="0" y="38999"/>
                    <a:pt x="5592" y="25499"/>
                    <a:pt x="15546" y="15546"/>
                  </a:cubicBezTo>
                  <a:cubicBezTo>
                    <a:pt x="25499" y="5592"/>
                    <a:pt x="38999" y="0"/>
                    <a:pt x="53076" y="0"/>
                  </a:cubicBezTo>
                  <a:close/>
                </a:path>
              </a:pathLst>
            </a:custGeom>
            <a:solidFill>
              <a:srgbClr val="535659"/>
            </a:solidFill>
            <a:ln w="19050" cap="sq">
              <a:solidFill>
                <a:srgbClr val="243342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537842" cy="2093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5621459" y="349050"/>
            <a:ext cx="2168307" cy="341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spc="120" dirty="0" err="1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Halaman</a:t>
            </a:r>
            <a:r>
              <a:rPr lang="en-US" sz="2000" spc="120" dirty="0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 </a:t>
            </a:r>
            <a:r>
              <a:rPr lang="en-US" sz="2000" spc="120" dirty="0" smtClean="0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14</a:t>
            </a:r>
            <a:endParaRPr lang="en-US" sz="2000" spc="120" dirty="0">
              <a:solidFill>
                <a:srgbClr val="FFFFFF"/>
              </a:solidFill>
              <a:latin typeface="Karnchang"/>
              <a:ea typeface="Karnchang"/>
              <a:cs typeface="Karnchang"/>
              <a:sym typeface="Karnchang"/>
            </a:endParaRPr>
          </a:p>
        </p:txBody>
      </p:sp>
      <p:grpSp>
        <p:nvGrpSpPr>
          <p:cNvPr id="30" name="Group 30"/>
          <p:cNvGrpSpPr/>
          <p:nvPr/>
        </p:nvGrpSpPr>
        <p:grpSpPr>
          <a:xfrm>
            <a:off x="2175932" y="2705100"/>
            <a:ext cx="14222853" cy="7162800"/>
            <a:chOff x="0" y="0"/>
            <a:chExt cx="3631194" cy="1602754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3631194" cy="1602754"/>
            </a:xfrm>
            <a:custGeom>
              <a:avLst/>
              <a:gdLst/>
              <a:ahLst/>
              <a:cxnLst/>
              <a:rect l="l" t="t" r="r" b="b"/>
              <a:pathLst>
                <a:path w="3631194" h="1602754">
                  <a:moveTo>
                    <a:pt x="28638" y="0"/>
                  </a:moveTo>
                  <a:lnTo>
                    <a:pt x="3602556" y="0"/>
                  </a:lnTo>
                  <a:cubicBezTo>
                    <a:pt x="3618373" y="0"/>
                    <a:pt x="3631194" y="12822"/>
                    <a:pt x="3631194" y="28638"/>
                  </a:cubicBezTo>
                  <a:lnTo>
                    <a:pt x="3631194" y="1574116"/>
                  </a:lnTo>
                  <a:cubicBezTo>
                    <a:pt x="3631194" y="1581711"/>
                    <a:pt x="3628177" y="1588995"/>
                    <a:pt x="3622806" y="1594366"/>
                  </a:cubicBezTo>
                  <a:cubicBezTo>
                    <a:pt x="3617436" y="1599737"/>
                    <a:pt x="3610151" y="1602754"/>
                    <a:pt x="3602556" y="1602754"/>
                  </a:cubicBezTo>
                  <a:lnTo>
                    <a:pt x="28638" y="1602754"/>
                  </a:lnTo>
                  <a:cubicBezTo>
                    <a:pt x="21043" y="1602754"/>
                    <a:pt x="13759" y="1599737"/>
                    <a:pt x="8388" y="1594366"/>
                  </a:cubicBezTo>
                  <a:cubicBezTo>
                    <a:pt x="3017" y="1588995"/>
                    <a:pt x="0" y="1581711"/>
                    <a:pt x="0" y="1574116"/>
                  </a:cubicBezTo>
                  <a:lnTo>
                    <a:pt x="0" y="28638"/>
                  </a:lnTo>
                  <a:cubicBezTo>
                    <a:pt x="0" y="21043"/>
                    <a:pt x="3017" y="13759"/>
                    <a:pt x="8388" y="8388"/>
                  </a:cubicBezTo>
                  <a:cubicBezTo>
                    <a:pt x="13759" y="3017"/>
                    <a:pt x="21043" y="0"/>
                    <a:pt x="28638" y="0"/>
                  </a:cubicBezTo>
                  <a:close/>
                </a:path>
              </a:pathLst>
            </a:custGeom>
            <a:solidFill>
              <a:srgbClr val="858789">
                <a:alpha val="40000"/>
              </a:srgbClr>
            </a:solidFill>
            <a:ln w="19050" cap="rnd">
              <a:solidFill>
                <a:srgbClr val="243342">
                  <a:alpha val="40000"/>
                </a:srgbClr>
              </a:solidFill>
              <a:prstDash val="solid"/>
              <a:round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3631194" cy="16408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2133600" y="1977004"/>
            <a:ext cx="7848600" cy="4744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31802" lvl="1" algn="l">
              <a:lnSpc>
                <a:spcPts val="3680"/>
              </a:lnSpc>
            </a:pPr>
            <a:r>
              <a:rPr lang="en-US" sz="4000" dirty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9</a:t>
            </a:r>
            <a:r>
              <a:rPr lang="en-US" sz="4000" dirty="0" smtClean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. Approval</a:t>
            </a:r>
            <a:endParaRPr lang="en-US" sz="4000" dirty="0">
              <a:solidFill>
                <a:srgbClr val="243342"/>
              </a:solidFill>
              <a:latin typeface="Karnchang Bold"/>
              <a:ea typeface="Karnchang Bold"/>
              <a:cs typeface="Karnchang Bold"/>
              <a:sym typeface="Karnchang Bold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2243" y="2983101"/>
            <a:ext cx="13830229" cy="6606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8650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 rot="-7538080">
            <a:off x="-7029811" y="-5584933"/>
            <a:ext cx="9808447" cy="9331824"/>
            <a:chOff x="0" y="0"/>
            <a:chExt cx="13077930" cy="12442432"/>
          </a:xfrm>
        </p:grpSpPr>
        <p:grpSp>
          <p:nvGrpSpPr>
            <p:cNvPr id="6" name="Group 6"/>
            <p:cNvGrpSpPr/>
            <p:nvPr/>
          </p:nvGrpSpPr>
          <p:grpSpPr>
            <a:xfrm rot="2252144">
              <a:off x="1498251" y="1484738"/>
              <a:ext cx="7399579" cy="7432687"/>
              <a:chOff x="0" y="0"/>
              <a:chExt cx="2816645" cy="2829248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243342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2252144">
              <a:off x="2397493" y="3224228"/>
              <a:ext cx="7399579" cy="7432687"/>
              <a:chOff x="0" y="0"/>
              <a:chExt cx="2816645" cy="2829248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535659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 rot="2252144">
              <a:off x="4180100" y="3525007"/>
              <a:ext cx="7399579" cy="7432687"/>
              <a:chOff x="0" y="0"/>
              <a:chExt cx="2816645" cy="2829248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858789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5" name="Group 15"/>
          <p:cNvGrpSpPr/>
          <p:nvPr/>
        </p:nvGrpSpPr>
        <p:grpSpPr>
          <a:xfrm rot="2124477">
            <a:off x="15979122" y="5429903"/>
            <a:ext cx="9808447" cy="9331824"/>
            <a:chOff x="0" y="0"/>
            <a:chExt cx="13077930" cy="12442432"/>
          </a:xfrm>
        </p:grpSpPr>
        <p:grpSp>
          <p:nvGrpSpPr>
            <p:cNvPr id="16" name="Group 16"/>
            <p:cNvGrpSpPr/>
            <p:nvPr/>
          </p:nvGrpSpPr>
          <p:grpSpPr>
            <a:xfrm rot="2252144">
              <a:off x="1498251" y="1484738"/>
              <a:ext cx="7399579" cy="7432687"/>
              <a:chOff x="0" y="0"/>
              <a:chExt cx="2816645" cy="2829248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243342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2252144">
              <a:off x="2397493" y="3224228"/>
              <a:ext cx="7399579" cy="7432687"/>
              <a:chOff x="0" y="0"/>
              <a:chExt cx="2816645" cy="2829248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535659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 rot="2252144">
              <a:off x="4180100" y="3525007"/>
              <a:ext cx="7399579" cy="7432687"/>
              <a:chOff x="0" y="0"/>
              <a:chExt cx="2816645" cy="2829248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858789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25" name="TextBox 25"/>
          <p:cNvSpPr txBox="1"/>
          <p:nvPr/>
        </p:nvSpPr>
        <p:spPr>
          <a:xfrm>
            <a:off x="787067" y="904875"/>
            <a:ext cx="4965257" cy="1107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80"/>
              </a:lnSpc>
            </a:pPr>
            <a:r>
              <a:rPr lang="en-US" sz="6500" dirty="0" err="1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Fitur</a:t>
            </a:r>
            <a:endParaRPr lang="en-US" sz="6500" dirty="0">
              <a:solidFill>
                <a:srgbClr val="243342"/>
              </a:solidFill>
              <a:latin typeface="Karnchang Bold"/>
              <a:ea typeface="Karnchang Bold"/>
              <a:cs typeface="Karnchang Bold"/>
              <a:sym typeface="Karnchang Bold"/>
            </a:endParaRPr>
          </a:p>
        </p:txBody>
      </p:sp>
      <p:grpSp>
        <p:nvGrpSpPr>
          <p:cNvPr id="26" name="Group 26"/>
          <p:cNvGrpSpPr/>
          <p:nvPr/>
        </p:nvGrpSpPr>
        <p:grpSpPr>
          <a:xfrm>
            <a:off x="15665503" y="317552"/>
            <a:ext cx="2042119" cy="650325"/>
            <a:chOff x="0" y="0"/>
            <a:chExt cx="537842" cy="17127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37842" cy="171279"/>
            </a:xfrm>
            <a:custGeom>
              <a:avLst/>
              <a:gdLst/>
              <a:ahLst/>
              <a:cxnLst/>
              <a:rect l="l" t="t" r="r" b="b"/>
              <a:pathLst>
                <a:path w="537842" h="171279">
                  <a:moveTo>
                    <a:pt x="53076" y="0"/>
                  </a:moveTo>
                  <a:lnTo>
                    <a:pt x="484766" y="0"/>
                  </a:lnTo>
                  <a:cubicBezTo>
                    <a:pt x="514079" y="0"/>
                    <a:pt x="537842" y="23763"/>
                    <a:pt x="537842" y="53076"/>
                  </a:cubicBezTo>
                  <a:lnTo>
                    <a:pt x="537842" y="118203"/>
                  </a:lnTo>
                  <a:cubicBezTo>
                    <a:pt x="537842" y="132280"/>
                    <a:pt x="532250" y="145780"/>
                    <a:pt x="522296" y="155734"/>
                  </a:cubicBezTo>
                  <a:cubicBezTo>
                    <a:pt x="512343" y="165687"/>
                    <a:pt x="498843" y="171279"/>
                    <a:pt x="484766" y="171279"/>
                  </a:cubicBezTo>
                  <a:lnTo>
                    <a:pt x="53076" y="171279"/>
                  </a:lnTo>
                  <a:cubicBezTo>
                    <a:pt x="38999" y="171279"/>
                    <a:pt x="25499" y="165687"/>
                    <a:pt x="15546" y="155734"/>
                  </a:cubicBezTo>
                  <a:cubicBezTo>
                    <a:pt x="5592" y="145780"/>
                    <a:pt x="0" y="132280"/>
                    <a:pt x="0" y="118203"/>
                  </a:cubicBezTo>
                  <a:lnTo>
                    <a:pt x="0" y="53076"/>
                  </a:lnTo>
                  <a:cubicBezTo>
                    <a:pt x="0" y="38999"/>
                    <a:pt x="5592" y="25499"/>
                    <a:pt x="15546" y="15546"/>
                  </a:cubicBezTo>
                  <a:cubicBezTo>
                    <a:pt x="25499" y="5592"/>
                    <a:pt x="38999" y="0"/>
                    <a:pt x="53076" y="0"/>
                  </a:cubicBezTo>
                  <a:close/>
                </a:path>
              </a:pathLst>
            </a:custGeom>
            <a:solidFill>
              <a:srgbClr val="535659"/>
            </a:solidFill>
            <a:ln w="19050" cap="sq">
              <a:solidFill>
                <a:srgbClr val="243342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537842" cy="2093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5621459" y="349050"/>
            <a:ext cx="2168307" cy="341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spc="120" dirty="0" err="1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Halaman</a:t>
            </a:r>
            <a:r>
              <a:rPr lang="en-US" sz="2000" spc="120" dirty="0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 </a:t>
            </a:r>
            <a:r>
              <a:rPr lang="en-US" sz="2000" spc="120" dirty="0" smtClean="0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15</a:t>
            </a:r>
            <a:endParaRPr lang="en-US" sz="2000" spc="120" dirty="0">
              <a:solidFill>
                <a:srgbClr val="FFFFFF"/>
              </a:solidFill>
              <a:latin typeface="Karnchang"/>
              <a:ea typeface="Karnchang"/>
              <a:cs typeface="Karnchang"/>
              <a:sym typeface="Karnchang"/>
            </a:endParaRPr>
          </a:p>
        </p:txBody>
      </p:sp>
      <p:grpSp>
        <p:nvGrpSpPr>
          <p:cNvPr id="30" name="Group 30"/>
          <p:cNvGrpSpPr/>
          <p:nvPr/>
        </p:nvGrpSpPr>
        <p:grpSpPr>
          <a:xfrm>
            <a:off x="2286000" y="3084444"/>
            <a:ext cx="13810465" cy="5792856"/>
            <a:chOff x="0" y="0"/>
            <a:chExt cx="3631194" cy="1602754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3631194" cy="1602754"/>
            </a:xfrm>
            <a:custGeom>
              <a:avLst/>
              <a:gdLst/>
              <a:ahLst/>
              <a:cxnLst/>
              <a:rect l="l" t="t" r="r" b="b"/>
              <a:pathLst>
                <a:path w="3631194" h="1602754">
                  <a:moveTo>
                    <a:pt x="28638" y="0"/>
                  </a:moveTo>
                  <a:lnTo>
                    <a:pt x="3602556" y="0"/>
                  </a:lnTo>
                  <a:cubicBezTo>
                    <a:pt x="3618373" y="0"/>
                    <a:pt x="3631194" y="12822"/>
                    <a:pt x="3631194" y="28638"/>
                  </a:cubicBezTo>
                  <a:lnTo>
                    <a:pt x="3631194" y="1574116"/>
                  </a:lnTo>
                  <a:cubicBezTo>
                    <a:pt x="3631194" y="1581711"/>
                    <a:pt x="3628177" y="1588995"/>
                    <a:pt x="3622806" y="1594366"/>
                  </a:cubicBezTo>
                  <a:cubicBezTo>
                    <a:pt x="3617436" y="1599737"/>
                    <a:pt x="3610151" y="1602754"/>
                    <a:pt x="3602556" y="1602754"/>
                  </a:cubicBezTo>
                  <a:lnTo>
                    <a:pt x="28638" y="1602754"/>
                  </a:lnTo>
                  <a:cubicBezTo>
                    <a:pt x="21043" y="1602754"/>
                    <a:pt x="13759" y="1599737"/>
                    <a:pt x="8388" y="1594366"/>
                  </a:cubicBezTo>
                  <a:cubicBezTo>
                    <a:pt x="3017" y="1588995"/>
                    <a:pt x="0" y="1581711"/>
                    <a:pt x="0" y="1574116"/>
                  </a:cubicBezTo>
                  <a:lnTo>
                    <a:pt x="0" y="28638"/>
                  </a:lnTo>
                  <a:cubicBezTo>
                    <a:pt x="0" y="21043"/>
                    <a:pt x="3017" y="13759"/>
                    <a:pt x="8388" y="8388"/>
                  </a:cubicBezTo>
                  <a:cubicBezTo>
                    <a:pt x="13759" y="3017"/>
                    <a:pt x="21043" y="0"/>
                    <a:pt x="28638" y="0"/>
                  </a:cubicBezTo>
                  <a:close/>
                </a:path>
              </a:pathLst>
            </a:custGeom>
            <a:solidFill>
              <a:srgbClr val="858789">
                <a:alpha val="40000"/>
              </a:srgbClr>
            </a:solidFill>
            <a:ln w="19050" cap="rnd">
              <a:solidFill>
                <a:srgbClr val="243342">
                  <a:alpha val="40000"/>
                </a:srgbClr>
              </a:solidFill>
              <a:prstDash val="solid"/>
              <a:round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3631194" cy="16408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2133600" y="1977004"/>
            <a:ext cx="7848600" cy="4744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31802" lvl="1" algn="l">
              <a:lnSpc>
                <a:spcPts val="3680"/>
              </a:lnSpc>
            </a:pPr>
            <a:r>
              <a:rPr lang="en-US" sz="4000" dirty="0" smtClean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10. History </a:t>
            </a:r>
            <a:r>
              <a:rPr lang="en-US" sz="4000" dirty="0" err="1" smtClean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Checksheet</a:t>
            </a:r>
            <a:r>
              <a:rPr lang="en-US" sz="4000" dirty="0" smtClean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 (1)</a:t>
            </a:r>
            <a:endParaRPr lang="en-US" sz="4000" dirty="0">
              <a:solidFill>
                <a:srgbClr val="243342"/>
              </a:solidFill>
              <a:latin typeface="Karnchang Bold"/>
              <a:ea typeface="Karnchang Bold"/>
              <a:cs typeface="Karnchang Bold"/>
              <a:sym typeface="Karnchang Bold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399" y="3331213"/>
            <a:ext cx="13505665" cy="530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741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 rot="-7538080">
            <a:off x="-7029811" y="-5584933"/>
            <a:ext cx="9808447" cy="9331824"/>
            <a:chOff x="0" y="0"/>
            <a:chExt cx="13077930" cy="12442432"/>
          </a:xfrm>
        </p:grpSpPr>
        <p:grpSp>
          <p:nvGrpSpPr>
            <p:cNvPr id="6" name="Group 6"/>
            <p:cNvGrpSpPr/>
            <p:nvPr/>
          </p:nvGrpSpPr>
          <p:grpSpPr>
            <a:xfrm rot="2252144">
              <a:off x="1498251" y="1484738"/>
              <a:ext cx="7399579" cy="7432687"/>
              <a:chOff x="0" y="0"/>
              <a:chExt cx="2816645" cy="2829248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243342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2252144">
              <a:off x="2397493" y="3224228"/>
              <a:ext cx="7399579" cy="7432687"/>
              <a:chOff x="0" y="0"/>
              <a:chExt cx="2816645" cy="2829248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535659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 rot="2252144">
              <a:off x="4180100" y="3525007"/>
              <a:ext cx="7399579" cy="7432687"/>
              <a:chOff x="0" y="0"/>
              <a:chExt cx="2816645" cy="2829248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858789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5" name="Group 15"/>
          <p:cNvGrpSpPr/>
          <p:nvPr/>
        </p:nvGrpSpPr>
        <p:grpSpPr>
          <a:xfrm rot="2124477">
            <a:off x="15979122" y="5429903"/>
            <a:ext cx="9808447" cy="9331824"/>
            <a:chOff x="0" y="0"/>
            <a:chExt cx="13077930" cy="12442432"/>
          </a:xfrm>
        </p:grpSpPr>
        <p:grpSp>
          <p:nvGrpSpPr>
            <p:cNvPr id="16" name="Group 16"/>
            <p:cNvGrpSpPr/>
            <p:nvPr/>
          </p:nvGrpSpPr>
          <p:grpSpPr>
            <a:xfrm rot="2252144">
              <a:off x="1498251" y="1484738"/>
              <a:ext cx="7399579" cy="7432687"/>
              <a:chOff x="0" y="0"/>
              <a:chExt cx="2816645" cy="2829248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243342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2252144">
              <a:off x="2397493" y="3224228"/>
              <a:ext cx="7399579" cy="7432687"/>
              <a:chOff x="0" y="0"/>
              <a:chExt cx="2816645" cy="2829248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535659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 rot="2252144">
              <a:off x="4180100" y="3525007"/>
              <a:ext cx="7399579" cy="7432687"/>
              <a:chOff x="0" y="0"/>
              <a:chExt cx="2816645" cy="2829248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858789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25" name="TextBox 25"/>
          <p:cNvSpPr txBox="1"/>
          <p:nvPr/>
        </p:nvSpPr>
        <p:spPr>
          <a:xfrm>
            <a:off x="787067" y="904875"/>
            <a:ext cx="4965257" cy="1107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80"/>
              </a:lnSpc>
            </a:pPr>
            <a:r>
              <a:rPr lang="en-US" sz="6500" dirty="0" err="1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Fitur</a:t>
            </a:r>
            <a:endParaRPr lang="en-US" sz="6500" dirty="0">
              <a:solidFill>
                <a:srgbClr val="243342"/>
              </a:solidFill>
              <a:latin typeface="Karnchang Bold"/>
              <a:ea typeface="Karnchang Bold"/>
              <a:cs typeface="Karnchang Bold"/>
              <a:sym typeface="Karnchang Bold"/>
            </a:endParaRPr>
          </a:p>
        </p:txBody>
      </p:sp>
      <p:grpSp>
        <p:nvGrpSpPr>
          <p:cNvPr id="26" name="Group 26"/>
          <p:cNvGrpSpPr/>
          <p:nvPr/>
        </p:nvGrpSpPr>
        <p:grpSpPr>
          <a:xfrm>
            <a:off x="15665503" y="317552"/>
            <a:ext cx="2042119" cy="650325"/>
            <a:chOff x="0" y="0"/>
            <a:chExt cx="537842" cy="17127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37842" cy="171279"/>
            </a:xfrm>
            <a:custGeom>
              <a:avLst/>
              <a:gdLst/>
              <a:ahLst/>
              <a:cxnLst/>
              <a:rect l="l" t="t" r="r" b="b"/>
              <a:pathLst>
                <a:path w="537842" h="171279">
                  <a:moveTo>
                    <a:pt x="53076" y="0"/>
                  </a:moveTo>
                  <a:lnTo>
                    <a:pt x="484766" y="0"/>
                  </a:lnTo>
                  <a:cubicBezTo>
                    <a:pt x="514079" y="0"/>
                    <a:pt x="537842" y="23763"/>
                    <a:pt x="537842" y="53076"/>
                  </a:cubicBezTo>
                  <a:lnTo>
                    <a:pt x="537842" y="118203"/>
                  </a:lnTo>
                  <a:cubicBezTo>
                    <a:pt x="537842" y="132280"/>
                    <a:pt x="532250" y="145780"/>
                    <a:pt x="522296" y="155734"/>
                  </a:cubicBezTo>
                  <a:cubicBezTo>
                    <a:pt x="512343" y="165687"/>
                    <a:pt x="498843" y="171279"/>
                    <a:pt x="484766" y="171279"/>
                  </a:cubicBezTo>
                  <a:lnTo>
                    <a:pt x="53076" y="171279"/>
                  </a:lnTo>
                  <a:cubicBezTo>
                    <a:pt x="38999" y="171279"/>
                    <a:pt x="25499" y="165687"/>
                    <a:pt x="15546" y="155734"/>
                  </a:cubicBezTo>
                  <a:cubicBezTo>
                    <a:pt x="5592" y="145780"/>
                    <a:pt x="0" y="132280"/>
                    <a:pt x="0" y="118203"/>
                  </a:cubicBezTo>
                  <a:lnTo>
                    <a:pt x="0" y="53076"/>
                  </a:lnTo>
                  <a:cubicBezTo>
                    <a:pt x="0" y="38999"/>
                    <a:pt x="5592" y="25499"/>
                    <a:pt x="15546" y="15546"/>
                  </a:cubicBezTo>
                  <a:cubicBezTo>
                    <a:pt x="25499" y="5592"/>
                    <a:pt x="38999" y="0"/>
                    <a:pt x="53076" y="0"/>
                  </a:cubicBezTo>
                  <a:close/>
                </a:path>
              </a:pathLst>
            </a:custGeom>
            <a:solidFill>
              <a:srgbClr val="535659"/>
            </a:solidFill>
            <a:ln w="19050" cap="sq">
              <a:solidFill>
                <a:srgbClr val="243342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537842" cy="2093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5621459" y="349050"/>
            <a:ext cx="2168307" cy="341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spc="120" dirty="0" err="1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Halaman</a:t>
            </a:r>
            <a:r>
              <a:rPr lang="en-US" sz="2000" spc="120" dirty="0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 </a:t>
            </a:r>
            <a:r>
              <a:rPr lang="en-US" sz="2000" spc="120" dirty="0" smtClean="0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16</a:t>
            </a:r>
            <a:endParaRPr lang="en-US" sz="2000" spc="120" dirty="0">
              <a:solidFill>
                <a:srgbClr val="FFFFFF"/>
              </a:solidFill>
              <a:latin typeface="Karnchang"/>
              <a:ea typeface="Karnchang"/>
              <a:cs typeface="Karnchang"/>
              <a:sym typeface="Karnchang"/>
            </a:endParaRPr>
          </a:p>
        </p:txBody>
      </p:sp>
      <p:grpSp>
        <p:nvGrpSpPr>
          <p:cNvPr id="30" name="Group 30"/>
          <p:cNvGrpSpPr/>
          <p:nvPr/>
        </p:nvGrpSpPr>
        <p:grpSpPr>
          <a:xfrm>
            <a:off x="2286000" y="2628900"/>
            <a:ext cx="14330006" cy="7162800"/>
            <a:chOff x="0" y="0"/>
            <a:chExt cx="3631194" cy="1602754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3631194" cy="1602754"/>
            </a:xfrm>
            <a:custGeom>
              <a:avLst/>
              <a:gdLst/>
              <a:ahLst/>
              <a:cxnLst/>
              <a:rect l="l" t="t" r="r" b="b"/>
              <a:pathLst>
                <a:path w="3631194" h="1602754">
                  <a:moveTo>
                    <a:pt x="28638" y="0"/>
                  </a:moveTo>
                  <a:lnTo>
                    <a:pt x="3602556" y="0"/>
                  </a:lnTo>
                  <a:cubicBezTo>
                    <a:pt x="3618373" y="0"/>
                    <a:pt x="3631194" y="12822"/>
                    <a:pt x="3631194" y="28638"/>
                  </a:cubicBezTo>
                  <a:lnTo>
                    <a:pt x="3631194" y="1574116"/>
                  </a:lnTo>
                  <a:cubicBezTo>
                    <a:pt x="3631194" y="1581711"/>
                    <a:pt x="3628177" y="1588995"/>
                    <a:pt x="3622806" y="1594366"/>
                  </a:cubicBezTo>
                  <a:cubicBezTo>
                    <a:pt x="3617436" y="1599737"/>
                    <a:pt x="3610151" y="1602754"/>
                    <a:pt x="3602556" y="1602754"/>
                  </a:cubicBezTo>
                  <a:lnTo>
                    <a:pt x="28638" y="1602754"/>
                  </a:lnTo>
                  <a:cubicBezTo>
                    <a:pt x="21043" y="1602754"/>
                    <a:pt x="13759" y="1599737"/>
                    <a:pt x="8388" y="1594366"/>
                  </a:cubicBezTo>
                  <a:cubicBezTo>
                    <a:pt x="3017" y="1588995"/>
                    <a:pt x="0" y="1581711"/>
                    <a:pt x="0" y="1574116"/>
                  </a:cubicBezTo>
                  <a:lnTo>
                    <a:pt x="0" y="28638"/>
                  </a:lnTo>
                  <a:cubicBezTo>
                    <a:pt x="0" y="21043"/>
                    <a:pt x="3017" y="13759"/>
                    <a:pt x="8388" y="8388"/>
                  </a:cubicBezTo>
                  <a:cubicBezTo>
                    <a:pt x="13759" y="3017"/>
                    <a:pt x="21043" y="0"/>
                    <a:pt x="28638" y="0"/>
                  </a:cubicBezTo>
                  <a:close/>
                </a:path>
              </a:pathLst>
            </a:custGeom>
            <a:solidFill>
              <a:srgbClr val="858789">
                <a:alpha val="40000"/>
              </a:srgbClr>
            </a:solidFill>
            <a:ln w="19050" cap="rnd">
              <a:solidFill>
                <a:srgbClr val="243342">
                  <a:alpha val="40000"/>
                </a:srgbClr>
              </a:solidFill>
              <a:prstDash val="solid"/>
              <a:round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3631194" cy="16408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2133600" y="1977004"/>
            <a:ext cx="7848600" cy="4744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31802" lvl="1" algn="l">
              <a:lnSpc>
                <a:spcPts val="3680"/>
              </a:lnSpc>
            </a:pPr>
            <a:r>
              <a:rPr lang="en-US" sz="4000" dirty="0" smtClean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11. History </a:t>
            </a:r>
            <a:r>
              <a:rPr lang="en-US" sz="4000" dirty="0" err="1" smtClean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Checksheet</a:t>
            </a:r>
            <a:r>
              <a:rPr lang="en-US" sz="4000" dirty="0" smtClean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 (2)</a:t>
            </a:r>
            <a:endParaRPr lang="en-US" sz="4000" dirty="0">
              <a:solidFill>
                <a:srgbClr val="243342"/>
              </a:solidFill>
              <a:latin typeface="Karnchang Bold"/>
              <a:ea typeface="Karnchang Bold"/>
              <a:cs typeface="Karnchang Bold"/>
              <a:sym typeface="Karnchang Bold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57" y="2774845"/>
            <a:ext cx="14174263" cy="6821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8633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87067" y="592941"/>
            <a:ext cx="16713866" cy="9101117"/>
            <a:chOff x="0" y="0"/>
            <a:chExt cx="4402006" cy="239700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02006" cy="2397002"/>
            </a:xfrm>
            <a:custGeom>
              <a:avLst/>
              <a:gdLst/>
              <a:ahLst/>
              <a:cxnLst/>
              <a:rect l="l" t="t" r="r" b="b"/>
              <a:pathLst>
                <a:path w="4402006" h="2397002">
                  <a:moveTo>
                    <a:pt x="23623" y="0"/>
                  </a:moveTo>
                  <a:lnTo>
                    <a:pt x="4378382" y="0"/>
                  </a:lnTo>
                  <a:cubicBezTo>
                    <a:pt x="4391429" y="0"/>
                    <a:pt x="4402006" y="10577"/>
                    <a:pt x="4402006" y="23623"/>
                  </a:cubicBezTo>
                  <a:lnTo>
                    <a:pt x="4402006" y="2373379"/>
                  </a:lnTo>
                  <a:cubicBezTo>
                    <a:pt x="4402006" y="2379644"/>
                    <a:pt x="4399517" y="2385653"/>
                    <a:pt x="4395087" y="2390083"/>
                  </a:cubicBezTo>
                  <a:cubicBezTo>
                    <a:pt x="4390656" y="2394513"/>
                    <a:pt x="4384647" y="2397002"/>
                    <a:pt x="4378382" y="2397002"/>
                  </a:cubicBezTo>
                  <a:lnTo>
                    <a:pt x="23623" y="2397002"/>
                  </a:lnTo>
                  <a:cubicBezTo>
                    <a:pt x="17358" y="2397002"/>
                    <a:pt x="11349" y="2394513"/>
                    <a:pt x="6919" y="2390083"/>
                  </a:cubicBezTo>
                  <a:cubicBezTo>
                    <a:pt x="2489" y="2385653"/>
                    <a:pt x="0" y="2379644"/>
                    <a:pt x="0" y="2373379"/>
                  </a:cubicBezTo>
                  <a:lnTo>
                    <a:pt x="0" y="23623"/>
                  </a:lnTo>
                  <a:cubicBezTo>
                    <a:pt x="0" y="17358"/>
                    <a:pt x="2489" y="11349"/>
                    <a:pt x="6919" y="6919"/>
                  </a:cubicBezTo>
                  <a:cubicBezTo>
                    <a:pt x="11349" y="2489"/>
                    <a:pt x="17358" y="0"/>
                    <a:pt x="23623" y="0"/>
                  </a:cubicBezTo>
                  <a:close/>
                </a:path>
              </a:pathLst>
            </a:custGeom>
            <a:solidFill>
              <a:srgbClr val="E6EAEF"/>
            </a:solidFill>
            <a:ln w="19050" cap="rnd">
              <a:solidFill>
                <a:srgbClr val="243342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402006" cy="24351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9559999">
            <a:off x="-6690254" y="3123721"/>
            <a:ext cx="9808447" cy="9331824"/>
            <a:chOff x="0" y="0"/>
            <a:chExt cx="13077930" cy="12442432"/>
          </a:xfrm>
        </p:grpSpPr>
        <p:grpSp>
          <p:nvGrpSpPr>
            <p:cNvPr id="6" name="Group 6"/>
            <p:cNvGrpSpPr/>
            <p:nvPr/>
          </p:nvGrpSpPr>
          <p:grpSpPr>
            <a:xfrm rot="2252144">
              <a:off x="1498251" y="1484738"/>
              <a:ext cx="7399579" cy="7432687"/>
              <a:chOff x="0" y="0"/>
              <a:chExt cx="2816645" cy="2829248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243342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2252144">
              <a:off x="2397493" y="3224228"/>
              <a:ext cx="7399579" cy="7432687"/>
              <a:chOff x="0" y="0"/>
              <a:chExt cx="2816645" cy="2829248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535659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 rot="2252144">
              <a:off x="4180100" y="3525007"/>
              <a:ext cx="7399579" cy="7432687"/>
              <a:chOff x="0" y="0"/>
              <a:chExt cx="2816645" cy="2829248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858789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5" name="Group 15"/>
          <p:cNvGrpSpPr/>
          <p:nvPr/>
        </p:nvGrpSpPr>
        <p:grpSpPr>
          <a:xfrm rot="238117">
            <a:off x="14860579" y="-2339974"/>
            <a:ext cx="9808447" cy="9331824"/>
            <a:chOff x="0" y="0"/>
            <a:chExt cx="13077930" cy="12442432"/>
          </a:xfrm>
        </p:grpSpPr>
        <p:grpSp>
          <p:nvGrpSpPr>
            <p:cNvPr id="16" name="Group 16"/>
            <p:cNvGrpSpPr/>
            <p:nvPr/>
          </p:nvGrpSpPr>
          <p:grpSpPr>
            <a:xfrm rot="2252144">
              <a:off x="1498251" y="1484738"/>
              <a:ext cx="7399579" cy="7432687"/>
              <a:chOff x="0" y="0"/>
              <a:chExt cx="2816645" cy="2829248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243342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2252144">
              <a:off x="2397493" y="3224228"/>
              <a:ext cx="7399579" cy="7432687"/>
              <a:chOff x="0" y="0"/>
              <a:chExt cx="2816645" cy="2829248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535659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 rot="2252144">
              <a:off x="4180100" y="3525007"/>
              <a:ext cx="7399579" cy="7432687"/>
              <a:chOff x="0" y="0"/>
              <a:chExt cx="2816645" cy="2829248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858789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25" name="TextBox 25"/>
          <p:cNvSpPr txBox="1"/>
          <p:nvPr/>
        </p:nvSpPr>
        <p:spPr>
          <a:xfrm>
            <a:off x="2062800" y="4158106"/>
            <a:ext cx="14223925" cy="1672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8000" dirty="0" err="1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Terima</a:t>
            </a:r>
            <a:r>
              <a:rPr lang="en-US" sz="8000" dirty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 </a:t>
            </a:r>
            <a:r>
              <a:rPr lang="en-US" sz="8000" dirty="0" err="1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Kasih</a:t>
            </a:r>
            <a:endParaRPr lang="en-US" sz="8000" dirty="0">
              <a:solidFill>
                <a:srgbClr val="243342"/>
              </a:solidFill>
              <a:latin typeface="Karnchang Bold"/>
              <a:ea typeface="Karnchang Bold"/>
              <a:cs typeface="Karnchang Bold"/>
              <a:sym typeface="Karnchang Bold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329</TotalTime>
  <Words>321</Words>
  <Application>Microsoft Office PowerPoint</Application>
  <PresentationFormat>Custom</PresentationFormat>
  <Paragraphs>67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Karnchang Bold</vt:lpstr>
      <vt:lpstr>Arimo</vt:lpstr>
      <vt:lpstr>Calibri</vt:lpstr>
      <vt:lpstr>Montserrat Medium</vt:lpstr>
      <vt:lpstr>Wingdings</vt:lpstr>
      <vt:lpstr>Karnchang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Hitam abu-abu minimalis geometris seminar proposal presentasi</dc:title>
  <dc:creator>Administrator</dc:creator>
  <cp:lastModifiedBy>user</cp:lastModifiedBy>
  <cp:revision>28</cp:revision>
  <dcterms:created xsi:type="dcterms:W3CDTF">2006-08-16T00:00:00Z</dcterms:created>
  <dcterms:modified xsi:type="dcterms:W3CDTF">2024-07-30T02:00:40Z</dcterms:modified>
  <dc:identifier>DAGL7UTqsmA</dc:identifier>
</cp:coreProperties>
</file>